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5" r:id="rId1"/>
  </p:sldMasterIdLst>
  <p:notesMasterIdLst>
    <p:notesMasterId r:id="rId12"/>
  </p:notesMasterIdLst>
  <p:sldIdLst>
    <p:sldId id="256" r:id="rId2"/>
    <p:sldId id="257" r:id="rId3"/>
    <p:sldId id="259" r:id="rId4"/>
    <p:sldId id="263" r:id="rId5"/>
    <p:sldId id="276" r:id="rId6"/>
    <p:sldId id="279" r:id="rId7"/>
    <p:sldId id="277" r:id="rId8"/>
    <p:sldId id="278" r:id="rId9"/>
    <p:sldId id="271" r:id="rId10"/>
    <p:sldId id="273" r:id="rId11"/>
  </p:sldIdLst>
  <p:sldSz cx="18288000" cy="10287000"/>
  <p:notesSz cx="6858000" cy="9144000"/>
  <p:embeddedFontLst>
    <p:embeddedFont>
      <p:font typeface="Playfair Display" panose="00000500000000000000" pitchFamily="2" charset="0"/>
      <p:regular r:id="rId13"/>
      <p:bold r:id="rId14"/>
      <p:italic r:id="rId15"/>
      <p:boldItalic r:id="rId16"/>
    </p:embeddedFont>
    <p:embeddedFont>
      <p:font typeface="Six Caps" panose="020B0604020202020204" charset="0"/>
      <p:regular r:id="rId1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52" d="100"/>
          <a:sy n="52" d="100"/>
        </p:scale>
        <p:origin x="850" y="86"/>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font" Target="fonts/font5.fntdata"/><Relationship Id="rId2" Type="http://schemas.openxmlformats.org/officeDocument/2006/relationships/slide" Target="slides/slide1.xml"/><Relationship Id="rId16" Type="http://schemas.openxmlformats.org/officeDocument/2006/relationships/font" Target="fonts/font4.fntdata"/><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3.fntdata"/><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6"/>
        <p:cNvGrpSpPr/>
        <p:nvPr/>
      </p:nvGrpSpPr>
      <p:grpSpPr>
        <a:xfrm>
          <a:off x="0" y="0"/>
          <a:ext cx="0" cy="0"/>
          <a:chOff x="0" y="0"/>
          <a:chExt cx="0" cy="0"/>
        </a:xfrm>
      </p:grpSpPr>
      <p:sp>
        <p:nvSpPr>
          <p:cNvPr id="217" name="Google Shape;217;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18" name="Google Shape;218;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p:cNvGrpSpPr/>
        <p:nvPr/>
      </p:nvGrpSpPr>
      <p:grpSpPr>
        <a:xfrm>
          <a:off x="0" y="0"/>
          <a:ext cx="0" cy="0"/>
          <a:chOff x="0" y="0"/>
          <a:chExt cx="0" cy="0"/>
        </a:xfrm>
      </p:grpSpPr>
      <p:sp>
        <p:nvSpPr>
          <p:cNvPr id="234" name="Google Shape;234;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35" name="Google Shape;235;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1"/>
        <p:cNvGrpSpPr/>
        <p:nvPr/>
      </p:nvGrpSpPr>
      <p:grpSpPr>
        <a:xfrm>
          <a:off x="0" y="0"/>
          <a:ext cx="0" cy="0"/>
          <a:chOff x="0" y="0"/>
          <a:chExt cx="0" cy="0"/>
        </a:xfrm>
      </p:grpSpPr>
      <p:sp>
        <p:nvSpPr>
          <p:cNvPr id="292" name="Google Shape;292;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93" name="Google Shape;293;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3"/>
        <p:cNvGrpSpPr/>
        <p:nvPr/>
      </p:nvGrpSpPr>
      <p:grpSpPr>
        <a:xfrm>
          <a:off x="0" y="0"/>
          <a:ext cx="0" cy="0"/>
          <a:chOff x="0" y="0"/>
          <a:chExt cx="0" cy="0"/>
        </a:xfrm>
      </p:grpSpPr>
      <p:sp>
        <p:nvSpPr>
          <p:cNvPr id="404" name="Google Shape;404;p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05" name="Google Shape;405;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103573701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6"/>
        <p:cNvGrpSpPr/>
        <p:nvPr/>
      </p:nvGrpSpPr>
      <p:grpSpPr>
        <a:xfrm>
          <a:off x="0" y="0"/>
          <a:ext cx="0" cy="0"/>
          <a:chOff x="0" y="0"/>
          <a:chExt cx="0" cy="0"/>
        </a:xfrm>
      </p:grpSpPr>
      <p:sp>
        <p:nvSpPr>
          <p:cNvPr id="697" name="Google Shape;697;p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98" name="Google Shape;698;p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4"/>
        <p:cNvGrpSpPr/>
        <p:nvPr/>
      </p:nvGrpSpPr>
      <p:grpSpPr>
        <a:xfrm>
          <a:off x="0" y="0"/>
          <a:ext cx="0" cy="0"/>
          <a:chOff x="0" y="0"/>
          <a:chExt cx="0" cy="0"/>
        </a:xfrm>
      </p:grpSpPr>
      <p:sp>
        <p:nvSpPr>
          <p:cNvPr id="735" name="Google Shape;735;p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36" name="Google Shape;736;p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1"/>
        <p:cNvGrpSpPr/>
        <p:nvPr/>
      </p:nvGrpSpPr>
      <p:grpSpPr>
        <a:xfrm>
          <a:off x="0" y="0"/>
          <a:ext cx="0" cy="0"/>
          <a:chOff x="0" y="0"/>
          <a:chExt cx="0" cy="0"/>
        </a:xfrm>
      </p:grpSpPr>
      <p:sp>
        <p:nvSpPr>
          <p:cNvPr id="12" name="Google Shape;12;p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 name="Google Shape;13;p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 name="Google Shape;14;p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Custom Layout 2">
  <p:cSld name="CUSTOM_5">
    <p:spTree>
      <p:nvGrpSpPr>
        <p:cNvPr id="1" name="Shape 15"/>
        <p:cNvGrpSpPr/>
        <p:nvPr/>
      </p:nvGrpSpPr>
      <p:grpSpPr>
        <a:xfrm>
          <a:off x="0" y="0"/>
          <a:ext cx="0" cy="0"/>
          <a:chOff x="0" y="0"/>
          <a:chExt cx="0" cy="0"/>
        </a:xfrm>
      </p:grpSpPr>
      <p:grpSp>
        <p:nvGrpSpPr>
          <p:cNvPr id="16" name="Google Shape;16;p3"/>
          <p:cNvGrpSpPr/>
          <p:nvPr/>
        </p:nvGrpSpPr>
        <p:grpSpPr>
          <a:xfrm>
            <a:off x="1005530" y="3504211"/>
            <a:ext cx="7472299" cy="4865241"/>
            <a:chOff x="0" y="-38100"/>
            <a:chExt cx="1968000" cy="1281372"/>
          </a:xfrm>
        </p:grpSpPr>
        <p:sp>
          <p:nvSpPr>
            <p:cNvPr id="17" name="Google Shape;17;p3"/>
            <p:cNvSpPr/>
            <p:nvPr/>
          </p:nvSpPr>
          <p:spPr>
            <a:xfrm>
              <a:off x="0" y="0"/>
              <a:ext cx="1967958" cy="1243272"/>
            </a:xfrm>
            <a:custGeom>
              <a:avLst/>
              <a:gdLst/>
              <a:ahLst/>
              <a:cxnLst/>
              <a:rect l="l" t="t" r="r" b="b"/>
              <a:pathLst>
                <a:path w="1967958" h="1243272" extrusionOk="0">
                  <a:moveTo>
                    <a:pt x="0" y="0"/>
                  </a:moveTo>
                  <a:lnTo>
                    <a:pt x="1967958" y="0"/>
                  </a:lnTo>
                  <a:lnTo>
                    <a:pt x="1967958" y="1243272"/>
                  </a:lnTo>
                  <a:lnTo>
                    <a:pt x="0" y="1243272"/>
                  </a:lnTo>
                  <a:close/>
                </a:path>
              </a:pathLst>
            </a:custGeom>
            <a:solidFill>
              <a:srgbClr val="000000">
                <a:alpha val="0"/>
              </a:srgbClr>
            </a:solidFill>
            <a:ln w="19050" cap="sq" cmpd="sng">
              <a:solidFill>
                <a:srgbClr val="333333"/>
              </a:solidFill>
              <a:prstDash val="solid"/>
              <a:miter lim="8000"/>
              <a:headEnd type="none" w="sm" len="sm"/>
              <a:tailEnd type="none" w="sm" len="sm"/>
            </a:ln>
          </p:spPr>
        </p:sp>
        <p:sp>
          <p:nvSpPr>
            <p:cNvPr id="18" name="Google Shape;18;p3"/>
            <p:cNvSpPr txBox="1"/>
            <p:nvPr/>
          </p:nvSpPr>
          <p:spPr>
            <a:xfrm>
              <a:off x="0" y="-38100"/>
              <a:ext cx="1968000" cy="1281300"/>
            </a:xfrm>
            <a:prstGeom prst="rect">
              <a:avLst/>
            </a:prstGeom>
            <a:noFill/>
            <a:ln>
              <a:noFill/>
            </a:ln>
          </p:spPr>
          <p:txBody>
            <a:bodyPr spcFirstLastPara="1" wrap="square" lIns="50800" tIns="50800" rIns="50800" bIns="50800" anchor="ctr" anchorCtr="0">
              <a:noAutofit/>
            </a:bodyPr>
            <a:lstStyle/>
            <a:p>
              <a:pPr marL="0" marR="0" lvl="0" indent="0" algn="ctr" rtl="0">
                <a:lnSpc>
                  <a:spcPct val="163333"/>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9" name="Google Shape;19;p3"/>
          <p:cNvGrpSpPr/>
          <p:nvPr/>
        </p:nvGrpSpPr>
        <p:grpSpPr>
          <a:xfrm>
            <a:off x="9787211" y="3504211"/>
            <a:ext cx="7472299" cy="4865241"/>
            <a:chOff x="0" y="-38100"/>
            <a:chExt cx="1968000" cy="1281372"/>
          </a:xfrm>
        </p:grpSpPr>
        <p:sp>
          <p:nvSpPr>
            <p:cNvPr id="20" name="Google Shape;20;p3"/>
            <p:cNvSpPr/>
            <p:nvPr/>
          </p:nvSpPr>
          <p:spPr>
            <a:xfrm>
              <a:off x="0" y="0"/>
              <a:ext cx="1967958" cy="1243272"/>
            </a:xfrm>
            <a:custGeom>
              <a:avLst/>
              <a:gdLst/>
              <a:ahLst/>
              <a:cxnLst/>
              <a:rect l="l" t="t" r="r" b="b"/>
              <a:pathLst>
                <a:path w="1967958" h="1243272" extrusionOk="0">
                  <a:moveTo>
                    <a:pt x="0" y="0"/>
                  </a:moveTo>
                  <a:lnTo>
                    <a:pt x="1967958" y="0"/>
                  </a:lnTo>
                  <a:lnTo>
                    <a:pt x="1967958" y="1243272"/>
                  </a:lnTo>
                  <a:lnTo>
                    <a:pt x="0" y="1243272"/>
                  </a:lnTo>
                  <a:close/>
                </a:path>
              </a:pathLst>
            </a:custGeom>
            <a:solidFill>
              <a:srgbClr val="000000">
                <a:alpha val="0"/>
              </a:srgbClr>
            </a:solidFill>
            <a:ln w="19050" cap="sq" cmpd="sng">
              <a:solidFill>
                <a:srgbClr val="333333"/>
              </a:solidFill>
              <a:prstDash val="solid"/>
              <a:miter lim="8000"/>
              <a:headEnd type="none" w="sm" len="sm"/>
              <a:tailEnd type="none" w="sm" len="sm"/>
            </a:ln>
          </p:spPr>
        </p:sp>
        <p:sp>
          <p:nvSpPr>
            <p:cNvPr id="21" name="Google Shape;21;p3"/>
            <p:cNvSpPr txBox="1"/>
            <p:nvPr/>
          </p:nvSpPr>
          <p:spPr>
            <a:xfrm>
              <a:off x="0" y="-38100"/>
              <a:ext cx="1968000" cy="1281300"/>
            </a:xfrm>
            <a:prstGeom prst="rect">
              <a:avLst/>
            </a:prstGeom>
            <a:noFill/>
            <a:ln>
              <a:noFill/>
            </a:ln>
          </p:spPr>
          <p:txBody>
            <a:bodyPr spcFirstLastPara="1" wrap="square" lIns="50800" tIns="50800" rIns="50800" bIns="50800" anchor="ctr" anchorCtr="0">
              <a:noAutofit/>
            </a:bodyPr>
            <a:lstStyle/>
            <a:p>
              <a:pPr marL="0" marR="0" lvl="0" indent="0" algn="ctr" rtl="0">
                <a:lnSpc>
                  <a:spcPct val="163333"/>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2" name="Google Shape;22;p3"/>
          <p:cNvSpPr>
            <a:spLocks noGrp="1"/>
          </p:cNvSpPr>
          <p:nvPr>
            <p:ph type="pic" idx="2"/>
          </p:nvPr>
        </p:nvSpPr>
        <p:spPr>
          <a:xfrm>
            <a:off x="1313650" y="4160025"/>
            <a:ext cx="2786400" cy="3731400"/>
          </a:xfrm>
          <a:prstGeom prst="rect">
            <a:avLst/>
          </a:prstGeom>
          <a:noFill/>
          <a:ln>
            <a:noFill/>
          </a:ln>
        </p:spPr>
      </p:sp>
      <p:sp>
        <p:nvSpPr>
          <p:cNvPr id="23" name="Google Shape;23;p3"/>
          <p:cNvSpPr>
            <a:spLocks noGrp="1"/>
          </p:cNvSpPr>
          <p:nvPr>
            <p:ph type="pic" idx="3"/>
          </p:nvPr>
        </p:nvSpPr>
        <p:spPr>
          <a:xfrm>
            <a:off x="10237575" y="4138850"/>
            <a:ext cx="2786400" cy="3723300"/>
          </a:xfrm>
          <a:prstGeom prst="rect">
            <a:avLst/>
          </a:prstGeom>
          <a:noFill/>
          <a:ln>
            <a:noFill/>
          </a:ln>
        </p:spPr>
      </p:sp>
      <p:grpSp>
        <p:nvGrpSpPr>
          <p:cNvPr id="24" name="Google Shape;24;p3"/>
          <p:cNvGrpSpPr/>
          <p:nvPr/>
        </p:nvGrpSpPr>
        <p:grpSpPr>
          <a:xfrm>
            <a:off x="0" y="8851549"/>
            <a:ext cx="18288118" cy="668843"/>
            <a:chOff x="0" y="-38100"/>
            <a:chExt cx="4816592" cy="176155"/>
          </a:xfrm>
        </p:grpSpPr>
        <p:sp>
          <p:nvSpPr>
            <p:cNvPr id="25" name="Google Shape;25;p3"/>
            <p:cNvSpPr/>
            <p:nvPr/>
          </p:nvSpPr>
          <p:spPr>
            <a:xfrm>
              <a:off x="0" y="0"/>
              <a:ext cx="4816592" cy="138055"/>
            </a:xfrm>
            <a:custGeom>
              <a:avLst/>
              <a:gdLst/>
              <a:ahLst/>
              <a:cxnLst/>
              <a:rect l="l" t="t" r="r" b="b"/>
              <a:pathLst>
                <a:path w="4816592" h="138055" extrusionOk="0">
                  <a:moveTo>
                    <a:pt x="0" y="0"/>
                  </a:moveTo>
                  <a:lnTo>
                    <a:pt x="4816592" y="0"/>
                  </a:lnTo>
                  <a:lnTo>
                    <a:pt x="4816592" y="138055"/>
                  </a:lnTo>
                  <a:lnTo>
                    <a:pt x="0" y="138055"/>
                  </a:lnTo>
                  <a:close/>
                </a:path>
              </a:pathLst>
            </a:custGeom>
            <a:solidFill>
              <a:srgbClr val="333333"/>
            </a:solidFill>
            <a:ln>
              <a:noFill/>
            </a:ln>
          </p:spPr>
        </p:sp>
        <p:sp>
          <p:nvSpPr>
            <p:cNvPr id="26" name="Google Shape;26;p3"/>
            <p:cNvSpPr txBox="1"/>
            <p:nvPr/>
          </p:nvSpPr>
          <p:spPr>
            <a:xfrm>
              <a:off x="0" y="-38100"/>
              <a:ext cx="4816500" cy="176100"/>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7" name="Google Shape;27;p3"/>
          <p:cNvGrpSpPr/>
          <p:nvPr/>
        </p:nvGrpSpPr>
        <p:grpSpPr>
          <a:xfrm>
            <a:off x="8477618" y="8874014"/>
            <a:ext cx="1351552" cy="768424"/>
            <a:chOff x="0" y="0"/>
            <a:chExt cx="11928966" cy="6782210"/>
          </a:xfrm>
        </p:grpSpPr>
        <p:sp>
          <p:nvSpPr>
            <p:cNvPr id="28" name="Google Shape;28;p3"/>
            <p:cNvSpPr/>
            <p:nvPr/>
          </p:nvSpPr>
          <p:spPr>
            <a:xfrm>
              <a:off x="6350" y="6350"/>
              <a:ext cx="11916266" cy="6769510"/>
            </a:xfrm>
            <a:custGeom>
              <a:avLst/>
              <a:gdLst/>
              <a:ahLst/>
              <a:cxnLst/>
              <a:rect l="l" t="t" r="r" b="b"/>
              <a:pathLst>
                <a:path w="11916266" h="6769510" extrusionOk="0">
                  <a:moveTo>
                    <a:pt x="0" y="0"/>
                  </a:moveTo>
                  <a:lnTo>
                    <a:pt x="11916266" y="0"/>
                  </a:lnTo>
                  <a:lnTo>
                    <a:pt x="11916266" y="6769510"/>
                  </a:lnTo>
                  <a:lnTo>
                    <a:pt x="0" y="6769510"/>
                  </a:lnTo>
                  <a:close/>
                </a:path>
              </a:pathLst>
            </a:custGeom>
            <a:solidFill>
              <a:srgbClr val="333333"/>
            </a:solidFill>
            <a:ln>
              <a:noFill/>
            </a:ln>
          </p:spPr>
        </p:sp>
        <p:sp>
          <p:nvSpPr>
            <p:cNvPr id="29" name="Google Shape;29;p3"/>
            <p:cNvSpPr/>
            <p:nvPr/>
          </p:nvSpPr>
          <p:spPr>
            <a:xfrm>
              <a:off x="0" y="0"/>
              <a:ext cx="11928966" cy="6782210"/>
            </a:xfrm>
            <a:custGeom>
              <a:avLst/>
              <a:gdLst/>
              <a:ahLst/>
              <a:cxnLst/>
              <a:rect l="l" t="t" r="r" b="b"/>
              <a:pathLst>
                <a:path w="11928966" h="6782210" extrusionOk="0">
                  <a:moveTo>
                    <a:pt x="6350" y="6782210"/>
                  </a:moveTo>
                  <a:lnTo>
                    <a:pt x="0" y="6782210"/>
                  </a:lnTo>
                  <a:lnTo>
                    <a:pt x="0" y="0"/>
                  </a:lnTo>
                  <a:lnTo>
                    <a:pt x="11928966" y="0"/>
                  </a:lnTo>
                  <a:lnTo>
                    <a:pt x="11928966" y="6782210"/>
                  </a:lnTo>
                  <a:lnTo>
                    <a:pt x="6350" y="6782210"/>
                  </a:lnTo>
                  <a:close/>
                  <a:moveTo>
                    <a:pt x="12700" y="12700"/>
                  </a:moveTo>
                  <a:lnTo>
                    <a:pt x="12700" y="6769510"/>
                  </a:lnTo>
                  <a:lnTo>
                    <a:pt x="11916266" y="6769510"/>
                  </a:lnTo>
                  <a:lnTo>
                    <a:pt x="11916266" y="12700"/>
                  </a:lnTo>
                  <a:lnTo>
                    <a:pt x="12700" y="12700"/>
                  </a:lnTo>
                  <a:close/>
                </a:path>
              </a:pathLst>
            </a:custGeom>
            <a:solidFill>
              <a:srgbClr val="F8F3E2"/>
            </a:solidFill>
            <a:ln>
              <a:noFill/>
            </a:ln>
          </p:spPr>
        </p:sp>
        <p:sp>
          <p:nvSpPr>
            <p:cNvPr id="30" name="Google Shape;30;p3"/>
            <p:cNvSpPr/>
            <p:nvPr/>
          </p:nvSpPr>
          <p:spPr>
            <a:xfrm>
              <a:off x="139700" y="140970"/>
              <a:ext cx="11648296" cy="6501540"/>
            </a:xfrm>
            <a:custGeom>
              <a:avLst/>
              <a:gdLst/>
              <a:ahLst/>
              <a:cxnLst/>
              <a:rect l="l" t="t" r="r" b="b"/>
              <a:pathLst>
                <a:path w="11648296" h="6501540" extrusionOk="0">
                  <a:moveTo>
                    <a:pt x="0" y="0"/>
                  </a:moveTo>
                  <a:lnTo>
                    <a:pt x="11648296" y="0"/>
                  </a:lnTo>
                  <a:lnTo>
                    <a:pt x="11648296" y="6501540"/>
                  </a:lnTo>
                  <a:lnTo>
                    <a:pt x="0" y="6501540"/>
                  </a:lnTo>
                  <a:close/>
                </a:path>
              </a:pathLst>
            </a:custGeom>
            <a:solidFill>
              <a:srgbClr val="F8F3E2"/>
            </a:solidFill>
            <a:ln>
              <a:noFill/>
            </a:ln>
          </p:spPr>
        </p:sp>
      </p:grpSp>
      <p:grpSp>
        <p:nvGrpSpPr>
          <p:cNvPr id="31" name="Google Shape;31;p3"/>
          <p:cNvGrpSpPr/>
          <p:nvPr/>
        </p:nvGrpSpPr>
        <p:grpSpPr>
          <a:xfrm>
            <a:off x="-9525" y="500452"/>
            <a:ext cx="18288118" cy="866149"/>
            <a:chOff x="0" y="-47625"/>
            <a:chExt cx="4816592" cy="228120"/>
          </a:xfrm>
        </p:grpSpPr>
        <p:sp>
          <p:nvSpPr>
            <p:cNvPr id="32" name="Google Shape;32;p3"/>
            <p:cNvSpPr/>
            <p:nvPr/>
          </p:nvSpPr>
          <p:spPr>
            <a:xfrm>
              <a:off x="0" y="0"/>
              <a:ext cx="4816592" cy="180495"/>
            </a:xfrm>
            <a:custGeom>
              <a:avLst/>
              <a:gdLst/>
              <a:ahLst/>
              <a:cxnLst/>
              <a:rect l="l" t="t" r="r" b="b"/>
              <a:pathLst>
                <a:path w="4816592" h="180495" extrusionOk="0">
                  <a:moveTo>
                    <a:pt x="0" y="0"/>
                  </a:moveTo>
                  <a:lnTo>
                    <a:pt x="4816592" y="0"/>
                  </a:lnTo>
                  <a:lnTo>
                    <a:pt x="4816592" y="180495"/>
                  </a:lnTo>
                  <a:lnTo>
                    <a:pt x="0" y="180495"/>
                  </a:lnTo>
                  <a:close/>
                </a:path>
              </a:pathLst>
            </a:custGeom>
            <a:solidFill>
              <a:srgbClr val="BFCDAC"/>
            </a:solidFill>
            <a:ln>
              <a:noFill/>
            </a:ln>
          </p:spPr>
        </p:sp>
        <p:sp>
          <p:nvSpPr>
            <p:cNvPr id="33" name="Google Shape;33;p3"/>
            <p:cNvSpPr txBox="1"/>
            <p:nvPr/>
          </p:nvSpPr>
          <p:spPr>
            <a:xfrm>
              <a:off x="0" y="-47625"/>
              <a:ext cx="4816500" cy="228000"/>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cxnSp>
        <p:nvCxnSpPr>
          <p:cNvPr id="34" name="Google Shape;34;p3"/>
          <p:cNvCxnSpPr/>
          <p:nvPr/>
        </p:nvCxnSpPr>
        <p:spPr>
          <a:xfrm>
            <a:off x="9134475" y="700329"/>
            <a:ext cx="0" cy="666300"/>
          </a:xfrm>
          <a:prstGeom prst="straightConnector1">
            <a:avLst/>
          </a:prstGeom>
          <a:noFill/>
          <a:ln w="19050" cap="flat" cmpd="sng">
            <a:solidFill>
              <a:srgbClr val="333333"/>
            </a:solidFill>
            <a:prstDash val="solid"/>
            <a:round/>
            <a:headEnd type="none" w="sm" len="sm"/>
            <a:tailEnd type="none" w="sm" len="sm"/>
          </a:ln>
        </p:spPr>
      </p:cxnSp>
      <p:cxnSp>
        <p:nvCxnSpPr>
          <p:cNvPr id="35" name="Google Shape;35;p3"/>
          <p:cNvCxnSpPr/>
          <p:nvPr/>
        </p:nvCxnSpPr>
        <p:spPr>
          <a:xfrm>
            <a:off x="-9525" y="681279"/>
            <a:ext cx="18288000" cy="0"/>
          </a:xfrm>
          <a:prstGeom prst="straightConnector1">
            <a:avLst/>
          </a:prstGeom>
          <a:noFill/>
          <a:ln w="19050" cap="flat" cmpd="sng">
            <a:solidFill>
              <a:srgbClr val="333333"/>
            </a:solidFill>
            <a:prstDash val="solid"/>
            <a:round/>
            <a:headEnd type="none" w="sm" len="sm"/>
            <a:tailEnd type="none" w="sm" len="sm"/>
          </a:ln>
        </p:spPr>
      </p:cxnSp>
      <p:cxnSp>
        <p:nvCxnSpPr>
          <p:cNvPr id="36" name="Google Shape;36;p3"/>
          <p:cNvCxnSpPr/>
          <p:nvPr/>
        </p:nvCxnSpPr>
        <p:spPr>
          <a:xfrm>
            <a:off x="-9525" y="1357071"/>
            <a:ext cx="18288000" cy="0"/>
          </a:xfrm>
          <a:prstGeom prst="straightConnector1">
            <a:avLst/>
          </a:prstGeom>
          <a:noFill/>
          <a:ln w="19050" cap="flat" cmpd="sng">
            <a:solidFill>
              <a:srgbClr val="333333"/>
            </a:solidFill>
            <a:prstDash val="solid"/>
            <a:round/>
            <a:headEnd type="none" w="sm" len="sm"/>
            <a:tailEnd type="none" w="sm" len="sm"/>
          </a:ln>
        </p:spPr>
      </p:cxnSp>
      <p:sp>
        <p:nvSpPr>
          <p:cNvPr id="37" name="Google Shape;37;p3"/>
          <p:cNvSpPr txBox="1">
            <a:spLocks noGrp="1"/>
          </p:cNvSpPr>
          <p:nvPr>
            <p:ph type="body" idx="1"/>
          </p:nvPr>
        </p:nvSpPr>
        <p:spPr>
          <a:xfrm>
            <a:off x="4542300" y="6000425"/>
            <a:ext cx="3306000" cy="1861800"/>
          </a:xfrm>
          <a:prstGeom prst="rect">
            <a:avLst/>
          </a:prstGeom>
        </p:spPr>
        <p:txBody>
          <a:bodyPr spcFirstLastPara="1" wrap="square" lIns="0" tIns="0" rIns="0" bIns="0" anchor="t" anchorCtr="0">
            <a:noAutofit/>
          </a:bodyPr>
          <a:lstStyle>
            <a:lvl1pPr marL="457200" lvl="0" indent="-361950">
              <a:spcBef>
                <a:spcPts val="640"/>
              </a:spcBef>
              <a:spcAft>
                <a:spcPts val="0"/>
              </a:spcAft>
              <a:buClr>
                <a:schemeClr val="lt2"/>
              </a:buClr>
              <a:buSzPts val="2100"/>
              <a:buChar char="•"/>
              <a:defRPr sz="2100" b="0">
                <a:solidFill>
                  <a:schemeClr val="lt2"/>
                </a:solidFill>
              </a:defRPr>
            </a:lvl1pPr>
            <a:lvl2pPr marL="914400" lvl="1" indent="-361950">
              <a:spcBef>
                <a:spcPts val="560"/>
              </a:spcBef>
              <a:spcAft>
                <a:spcPts val="0"/>
              </a:spcAft>
              <a:buClr>
                <a:schemeClr val="lt2"/>
              </a:buClr>
              <a:buSzPts val="2100"/>
              <a:buChar char="–"/>
              <a:defRPr>
                <a:solidFill>
                  <a:schemeClr val="lt2"/>
                </a:solidFill>
              </a:defRPr>
            </a:lvl2pPr>
            <a:lvl3pPr marL="1371600" lvl="2" indent="-361950">
              <a:spcBef>
                <a:spcPts val="480"/>
              </a:spcBef>
              <a:spcAft>
                <a:spcPts val="0"/>
              </a:spcAft>
              <a:buClr>
                <a:schemeClr val="lt2"/>
              </a:buClr>
              <a:buSzPts val="2100"/>
              <a:buChar char="•"/>
              <a:defRPr>
                <a:solidFill>
                  <a:schemeClr val="lt2"/>
                </a:solidFill>
              </a:defRPr>
            </a:lvl3pPr>
            <a:lvl4pPr marL="1828800" lvl="3" indent="-361950">
              <a:spcBef>
                <a:spcPts val="400"/>
              </a:spcBef>
              <a:spcAft>
                <a:spcPts val="0"/>
              </a:spcAft>
              <a:buClr>
                <a:schemeClr val="lt2"/>
              </a:buClr>
              <a:buSzPts val="2100"/>
              <a:buChar char="–"/>
              <a:defRPr>
                <a:solidFill>
                  <a:schemeClr val="lt2"/>
                </a:solidFill>
              </a:defRPr>
            </a:lvl4pPr>
            <a:lvl5pPr marL="2286000" lvl="4" indent="-361950">
              <a:spcBef>
                <a:spcPts val="400"/>
              </a:spcBef>
              <a:spcAft>
                <a:spcPts val="0"/>
              </a:spcAft>
              <a:buClr>
                <a:schemeClr val="lt2"/>
              </a:buClr>
              <a:buSzPts val="2100"/>
              <a:buChar char="»"/>
              <a:defRPr>
                <a:solidFill>
                  <a:schemeClr val="lt2"/>
                </a:solidFill>
              </a:defRPr>
            </a:lvl5pPr>
            <a:lvl6pPr marL="2743200" lvl="5" indent="-361950">
              <a:spcBef>
                <a:spcPts val="400"/>
              </a:spcBef>
              <a:spcAft>
                <a:spcPts val="0"/>
              </a:spcAft>
              <a:buClr>
                <a:schemeClr val="lt2"/>
              </a:buClr>
              <a:buSzPts val="2100"/>
              <a:buChar char="•"/>
              <a:defRPr>
                <a:solidFill>
                  <a:schemeClr val="lt2"/>
                </a:solidFill>
              </a:defRPr>
            </a:lvl6pPr>
            <a:lvl7pPr marL="3200400" lvl="6" indent="-361950">
              <a:spcBef>
                <a:spcPts val="400"/>
              </a:spcBef>
              <a:spcAft>
                <a:spcPts val="0"/>
              </a:spcAft>
              <a:buClr>
                <a:schemeClr val="lt2"/>
              </a:buClr>
              <a:buSzPts val="2100"/>
              <a:buChar char="•"/>
              <a:defRPr>
                <a:solidFill>
                  <a:schemeClr val="lt2"/>
                </a:solidFill>
              </a:defRPr>
            </a:lvl7pPr>
            <a:lvl8pPr marL="3657600" lvl="7" indent="-361950">
              <a:spcBef>
                <a:spcPts val="400"/>
              </a:spcBef>
              <a:spcAft>
                <a:spcPts val="0"/>
              </a:spcAft>
              <a:buClr>
                <a:schemeClr val="lt2"/>
              </a:buClr>
              <a:buSzPts val="2100"/>
              <a:buChar char="•"/>
              <a:defRPr>
                <a:solidFill>
                  <a:schemeClr val="lt2"/>
                </a:solidFill>
              </a:defRPr>
            </a:lvl8pPr>
            <a:lvl9pPr marL="4114800" lvl="8" indent="-361950">
              <a:spcBef>
                <a:spcPts val="400"/>
              </a:spcBef>
              <a:spcAft>
                <a:spcPts val="0"/>
              </a:spcAft>
              <a:buClr>
                <a:schemeClr val="lt2"/>
              </a:buClr>
              <a:buSzPts val="2100"/>
              <a:buChar char="•"/>
              <a:defRPr>
                <a:solidFill>
                  <a:schemeClr val="lt2"/>
                </a:solidFill>
              </a:defRPr>
            </a:lvl9pPr>
          </a:lstStyle>
          <a:p>
            <a:endParaRPr/>
          </a:p>
        </p:txBody>
      </p:sp>
      <p:sp>
        <p:nvSpPr>
          <p:cNvPr id="38" name="Google Shape;38;p3"/>
          <p:cNvSpPr txBox="1">
            <a:spLocks noGrp="1"/>
          </p:cNvSpPr>
          <p:nvPr>
            <p:ph type="body" idx="4"/>
          </p:nvPr>
        </p:nvSpPr>
        <p:spPr>
          <a:xfrm>
            <a:off x="13455175" y="5981350"/>
            <a:ext cx="3189300" cy="1910100"/>
          </a:xfrm>
          <a:prstGeom prst="rect">
            <a:avLst/>
          </a:prstGeom>
        </p:spPr>
        <p:txBody>
          <a:bodyPr spcFirstLastPara="1" wrap="square" lIns="0" tIns="0" rIns="0" bIns="0" anchor="t" anchorCtr="0">
            <a:noAutofit/>
          </a:bodyPr>
          <a:lstStyle>
            <a:lvl1pPr marL="457200" lvl="0" indent="-361950">
              <a:spcBef>
                <a:spcPts val="640"/>
              </a:spcBef>
              <a:spcAft>
                <a:spcPts val="0"/>
              </a:spcAft>
              <a:buClr>
                <a:schemeClr val="lt2"/>
              </a:buClr>
              <a:buSzPts val="2100"/>
              <a:buChar char="•"/>
              <a:defRPr sz="2100" b="0">
                <a:solidFill>
                  <a:schemeClr val="lt2"/>
                </a:solidFill>
              </a:defRPr>
            </a:lvl1pPr>
            <a:lvl2pPr marL="914400" lvl="1" indent="-361950">
              <a:spcBef>
                <a:spcPts val="560"/>
              </a:spcBef>
              <a:spcAft>
                <a:spcPts val="0"/>
              </a:spcAft>
              <a:buClr>
                <a:schemeClr val="lt2"/>
              </a:buClr>
              <a:buSzPts val="2100"/>
              <a:buChar char="–"/>
              <a:defRPr>
                <a:solidFill>
                  <a:schemeClr val="lt2"/>
                </a:solidFill>
              </a:defRPr>
            </a:lvl2pPr>
            <a:lvl3pPr marL="1371600" lvl="2" indent="-361950">
              <a:spcBef>
                <a:spcPts val="480"/>
              </a:spcBef>
              <a:spcAft>
                <a:spcPts val="0"/>
              </a:spcAft>
              <a:buClr>
                <a:schemeClr val="lt2"/>
              </a:buClr>
              <a:buSzPts val="2100"/>
              <a:buChar char="•"/>
              <a:defRPr>
                <a:solidFill>
                  <a:schemeClr val="lt2"/>
                </a:solidFill>
              </a:defRPr>
            </a:lvl3pPr>
            <a:lvl4pPr marL="1828800" lvl="3" indent="-361950">
              <a:spcBef>
                <a:spcPts val="400"/>
              </a:spcBef>
              <a:spcAft>
                <a:spcPts val="0"/>
              </a:spcAft>
              <a:buClr>
                <a:schemeClr val="lt2"/>
              </a:buClr>
              <a:buSzPts val="2100"/>
              <a:buChar char="–"/>
              <a:defRPr>
                <a:solidFill>
                  <a:schemeClr val="lt2"/>
                </a:solidFill>
              </a:defRPr>
            </a:lvl4pPr>
            <a:lvl5pPr marL="2286000" lvl="4" indent="-361950">
              <a:spcBef>
                <a:spcPts val="400"/>
              </a:spcBef>
              <a:spcAft>
                <a:spcPts val="0"/>
              </a:spcAft>
              <a:buClr>
                <a:schemeClr val="lt2"/>
              </a:buClr>
              <a:buSzPts val="2100"/>
              <a:buChar char="»"/>
              <a:defRPr>
                <a:solidFill>
                  <a:schemeClr val="lt2"/>
                </a:solidFill>
              </a:defRPr>
            </a:lvl5pPr>
            <a:lvl6pPr marL="2743200" lvl="5" indent="-361950">
              <a:spcBef>
                <a:spcPts val="400"/>
              </a:spcBef>
              <a:spcAft>
                <a:spcPts val="0"/>
              </a:spcAft>
              <a:buClr>
                <a:schemeClr val="lt2"/>
              </a:buClr>
              <a:buSzPts val="2100"/>
              <a:buChar char="•"/>
              <a:defRPr>
                <a:solidFill>
                  <a:schemeClr val="lt2"/>
                </a:solidFill>
              </a:defRPr>
            </a:lvl6pPr>
            <a:lvl7pPr marL="3200400" lvl="6" indent="-361950">
              <a:spcBef>
                <a:spcPts val="400"/>
              </a:spcBef>
              <a:spcAft>
                <a:spcPts val="0"/>
              </a:spcAft>
              <a:buClr>
                <a:schemeClr val="lt2"/>
              </a:buClr>
              <a:buSzPts val="2100"/>
              <a:buChar char="•"/>
              <a:defRPr>
                <a:solidFill>
                  <a:schemeClr val="lt2"/>
                </a:solidFill>
              </a:defRPr>
            </a:lvl7pPr>
            <a:lvl8pPr marL="3657600" lvl="7" indent="-361950">
              <a:spcBef>
                <a:spcPts val="400"/>
              </a:spcBef>
              <a:spcAft>
                <a:spcPts val="0"/>
              </a:spcAft>
              <a:buClr>
                <a:schemeClr val="lt2"/>
              </a:buClr>
              <a:buSzPts val="2100"/>
              <a:buChar char="•"/>
              <a:defRPr>
                <a:solidFill>
                  <a:schemeClr val="lt2"/>
                </a:solidFill>
              </a:defRPr>
            </a:lvl8pPr>
            <a:lvl9pPr marL="4114800" lvl="8" indent="-361950">
              <a:spcBef>
                <a:spcPts val="400"/>
              </a:spcBef>
              <a:spcAft>
                <a:spcPts val="0"/>
              </a:spcAft>
              <a:buClr>
                <a:schemeClr val="lt2"/>
              </a:buClr>
              <a:buSzPts val="2100"/>
              <a:buChar char="•"/>
              <a:defRPr>
                <a:solidFill>
                  <a:schemeClr val="lt2"/>
                </a:solidFill>
              </a:defRPr>
            </a:lvl9pPr>
          </a:lstStyle>
          <a:p>
            <a:endParaRPr/>
          </a:p>
        </p:txBody>
      </p:sp>
      <p:sp>
        <p:nvSpPr>
          <p:cNvPr id="39" name="Google Shape;39;p3"/>
          <p:cNvSpPr txBox="1">
            <a:spLocks noGrp="1"/>
          </p:cNvSpPr>
          <p:nvPr>
            <p:ph type="body" idx="5"/>
          </p:nvPr>
        </p:nvSpPr>
        <p:spPr>
          <a:xfrm>
            <a:off x="4618650" y="4645375"/>
            <a:ext cx="2786400" cy="534300"/>
          </a:xfrm>
          <a:prstGeom prst="rect">
            <a:avLst/>
          </a:prstGeom>
        </p:spPr>
        <p:txBody>
          <a:bodyPr spcFirstLastPara="1" wrap="square" lIns="0" tIns="0" rIns="0" bIns="0" anchor="t" anchorCtr="0">
            <a:noAutofit/>
          </a:bodyPr>
          <a:lstStyle>
            <a:lvl1pPr marL="457200" lvl="0" indent="-381000">
              <a:spcBef>
                <a:spcPts val="640"/>
              </a:spcBef>
              <a:spcAft>
                <a:spcPts val="0"/>
              </a:spcAft>
              <a:buClr>
                <a:schemeClr val="lt2"/>
              </a:buClr>
              <a:buSzPts val="2400"/>
              <a:buChar char="•"/>
              <a:defRPr sz="2400">
                <a:solidFill>
                  <a:schemeClr val="lt2"/>
                </a:solidFill>
              </a:defRPr>
            </a:lvl1pPr>
            <a:lvl2pPr marL="914400" lvl="1" indent="-361950">
              <a:spcBef>
                <a:spcPts val="560"/>
              </a:spcBef>
              <a:spcAft>
                <a:spcPts val="0"/>
              </a:spcAft>
              <a:buSzPts val="2100"/>
              <a:buChar char="–"/>
              <a:defRPr/>
            </a:lvl2pPr>
            <a:lvl3pPr marL="1371600" lvl="2" indent="-361950">
              <a:spcBef>
                <a:spcPts val="480"/>
              </a:spcBef>
              <a:spcAft>
                <a:spcPts val="0"/>
              </a:spcAft>
              <a:buSzPts val="2100"/>
              <a:buChar char="•"/>
              <a:defRPr/>
            </a:lvl3pPr>
            <a:lvl4pPr marL="1828800" lvl="3" indent="-361950">
              <a:spcBef>
                <a:spcPts val="400"/>
              </a:spcBef>
              <a:spcAft>
                <a:spcPts val="0"/>
              </a:spcAft>
              <a:buSzPts val="2100"/>
              <a:buChar char="–"/>
              <a:defRPr/>
            </a:lvl4pPr>
            <a:lvl5pPr marL="2286000" lvl="4" indent="-361950">
              <a:spcBef>
                <a:spcPts val="400"/>
              </a:spcBef>
              <a:spcAft>
                <a:spcPts val="0"/>
              </a:spcAft>
              <a:buSzPts val="2100"/>
              <a:buChar char="»"/>
              <a:defRPr/>
            </a:lvl5pPr>
            <a:lvl6pPr marL="2743200" lvl="5" indent="-361950">
              <a:spcBef>
                <a:spcPts val="400"/>
              </a:spcBef>
              <a:spcAft>
                <a:spcPts val="0"/>
              </a:spcAft>
              <a:buSzPts val="2100"/>
              <a:buChar char="•"/>
              <a:defRPr/>
            </a:lvl6pPr>
            <a:lvl7pPr marL="3200400" lvl="6" indent="-361950">
              <a:spcBef>
                <a:spcPts val="400"/>
              </a:spcBef>
              <a:spcAft>
                <a:spcPts val="0"/>
              </a:spcAft>
              <a:buSzPts val="2100"/>
              <a:buChar char="•"/>
              <a:defRPr/>
            </a:lvl7pPr>
            <a:lvl8pPr marL="3657600" lvl="7" indent="-361950">
              <a:spcBef>
                <a:spcPts val="400"/>
              </a:spcBef>
              <a:spcAft>
                <a:spcPts val="0"/>
              </a:spcAft>
              <a:buSzPts val="2100"/>
              <a:buChar char="•"/>
              <a:defRPr/>
            </a:lvl8pPr>
            <a:lvl9pPr marL="4114800" lvl="8" indent="-361950">
              <a:spcBef>
                <a:spcPts val="400"/>
              </a:spcBef>
              <a:spcAft>
                <a:spcPts val="0"/>
              </a:spcAft>
              <a:buSzPts val="2100"/>
              <a:buChar char="•"/>
              <a:defRPr/>
            </a:lvl9pPr>
          </a:lstStyle>
          <a:p>
            <a:endParaRPr/>
          </a:p>
        </p:txBody>
      </p:sp>
      <p:sp>
        <p:nvSpPr>
          <p:cNvPr id="40" name="Google Shape;40;p3"/>
          <p:cNvSpPr txBox="1">
            <a:spLocks noGrp="1"/>
          </p:cNvSpPr>
          <p:nvPr>
            <p:ph type="body" idx="6"/>
          </p:nvPr>
        </p:nvSpPr>
        <p:spPr>
          <a:xfrm>
            <a:off x="13455175" y="4645375"/>
            <a:ext cx="2786400" cy="534300"/>
          </a:xfrm>
          <a:prstGeom prst="rect">
            <a:avLst/>
          </a:prstGeom>
        </p:spPr>
        <p:txBody>
          <a:bodyPr spcFirstLastPara="1" wrap="square" lIns="0" tIns="0" rIns="0" bIns="0" anchor="t" anchorCtr="0">
            <a:noAutofit/>
          </a:bodyPr>
          <a:lstStyle>
            <a:lvl1pPr marL="457200" lvl="0" indent="-381000" rtl="0">
              <a:spcBef>
                <a:spcPts val="640"/>
              </a:spcBef>
              <a:spcAft>
                <a:spcPts val="0"/>
              </a:spcAft>
              <a:buClr>
                <a:schemeClr val="lt2"/>
              </a:buClr>
              <a:buSzPts val="2400"/>
              <a:buChar char="•"/>
              <a:defRPr sz="2400">
                <a:solidFill>
                  <a:schemeClr val="lt2"/>
                </a:solidFill>
              </a:defRPr>
            </a:lvl1pPr>
            <a:lvl2pPr marL="914400" lvl="1" indent="-361950" rtl="0">
              <a:spcBef>
                <a:spcPts val="560"/>
              </a:spcBef>
              <a:spcAft>
                <a:spcPts val="0"/>
              </a:spcAft>
              <a:buSzPts val="2100"/>
              <a:buChar char="–"/>
              <a:defRPr/>
            </a:lvl2pPr>
            <a:lvl3pPr marL="1371600" lvl="2" indent="-361950" rtl="0">
              <a:spcBef>
                <a:spcPts val="480"/>
              </a:spcBef>
              <a:spcAft>
                <a:spcPts val="0"/>
              </a:spcAft>
              <a:buSzPts val="2100"/>
              <a:buChar char="•"/>
              <a:defRPr/>
            </a:lvl3pPr>
            <a:lvl4pPr marL="1828800" lvl="3" indent="-361950" rtl="0">
              <a:spcBef>
                <a:spcPts val="400"/>
              </a:spcBef>
              <a:spcAft>
                <a:spcPts val="0"/>
              </a:spcAft>
              <a:buSzPts val="2100"/>
              <a:buChar char="–"/>
              <a:defRPr/>
            </a:lvl4pPr>
            <a:lvl5pPr marL="2286000" lvl="4" indent="-361950" rtl="0">
              <a:spcBef>
                <a:spcPts val="400"/>
              </a:spcBef>
              <a:spcAft>
                <a:spcPts val="0"/>
              </a:spcAft>
              <a:buSzPts val="2100"/>
              <a:buChar char="»"/>
              <a:defRPr/>
            </a:lvl5pPr>
            <a:lvl6pPr marL="2743200" lvl="5" indent="-361950" rtl="0">
              <a:spcBef>
                <a:spcPts val="400"/>
              </a:spcBef>
              <a:spcAft>
                <a:spcPts val="0"/>
              </a:spcAft>
              <a:buSzPts val="2100"/>
              <a:buChar char="•"/>
              <a:defRPr/>
            </a:lvl6pPr>
            <a:lvl7pPr marL="3200400" lvl="6" indent="-361950" rtl="0">
              <a:spcBef>
                <a:spcPts val="400"/>
              </a:spcBef>
              <a:spcAft>
                <a:spcPts val="0"/>
              </a:spcAft>
              <a:buSzPts val="2100"/>
              <a:buChar char="•"/>
              <a:defRPr/>
            </a:lvl7pPr>
            <a:lvl8pPr marL="3657600" lvl="7" indent="-361950" rtl="0">
              <a:spcBef>
                <a:spcPts val="400"/>
              </a:spcBef>
              <a:spcAft>
                <a:spcPts val="0"/>
              </a:spcAft>
              <a:buSzPts val="2100"/>
              <a:buChar char="•"/>
              <a:defRPr/>
            </a:lvl8pPr>
            <a:lvl9pPr marL="4114800" lvl="8" indent="-361950" rtl="0">
              <a:spcBef>
                <a:spcPts val="400"/>
              </a:spcBef>
              <a:spcAft>
                <a:spcPts val="0"/>
              </a:spcAft>
              <a:buSzPts val="2100"/>
              <a:buChar char="•"/>
              <a:defRPr/>
            </a:lvl9pPr>
          </a:lstStyle>
          <a:p>
            <a:endParaRPr/>
          </a:p>
        </p:txBody>
      </p:sp>
      <p:sp>
        <p:nvSpPr>
          <p:cNvPr id="41" name="Google Shape;41;p3"/>
          <p:cNvSpPr txBox="1">
            <a:spLocks noGrp="1"/>
          </p:cNvSpPr>
          <p:nvPr>
            <p:ph type="subTitle" idx="7"/>
          </p:nvPr>
        </p:nvSpPr>
        <p:spPr>
          <a:xfrm>
            <a:off x="4618650" y="4091900"/>
            <a:ext cx="2786400" cy="553500"/>
          </a:xfrm>
          <a:prstGeom prst="rect">
            <a:avLst/>
          </a:prstGeom>
        </p:spPr>
        <p:txBody>
          <a:bodyPr spcFirstLastPara="1" wrap="square" lIns="0" tIns="0" rIns="0" bIns="0" anchor="t" anchorCtr="0">
            <a:noAutofit/>
          </a:bodyPr>
          <a:lstStyle>
            <a:lvl1pPr lvl="0">
              <a:spcBef>
                <a:spcPts val="640"/>
              </a:spcBef>
              <a:spcAft>
                <a:spcPts val="0"/>
              </a:spcAft>
              <a:buClr>
                <a:schemeClr val="lt2"/>
              </a:buClr>
              <a:buSzPts val="3200"/>
              <a:buNone/>
              <a:defRPr>
                <a:solidFill>
                  <a:schemeClr val="lt2"/>
                </a:solidFill>
              </a:defRPr>
            </a:lvl1pPr>
            <a:lvl2pPr lvl="1">
              <a:spcBef>
                <a:spcPts val="560"/>
              </a:spcBef>
              <a:spcAft>
                <a:spcPts val="0"/>
              </a:spcAft>
              <a:buSzPts val="2100"/>
              <a:buNone/>
              <a:defRPr/>
            </a:lvl2pPr>
            <a:lvl3pPr lvl="2">
              <a:spcBef>
                <a:spcPts val="480"/>
              </a:spcBef>
              <a:spcAft>
                <a:spcPts val="0"/>
              </a:spcAft>
              <a:buSzPts val="2100"/>
              <a:buNone/>
              <a:defRPr/>
            </a:lvl3pPr>
            <a:lvl4pPr lvl="3">
              <a:spcBef>
                <a:spcPts val="400"/>
              </a:spcBef>
              <a:spcAft>
                <a:spcPts val="0"/>
              </a:spcAft>
              <a:buSzPts val="2100"/>
              <a:buNone/>
              <a:defRPr/>
            </a:lvl4pPr>
            <a:lvl5pPr lvl="4">
              <a:spcBef>
                <a:spcPts val="400"/>
              </a:spcBef>
              <a:spcAft>
                <a:spcPts val="0"/>
              </a:spcAft>
              <a:buSzPts val="2100"/>
              <a:buNone/>
              <a:defRPr/>
            </a:lvl5pPr>
            <a:lvl6pPr lvl="5">
              <a:spcBef>
                <a:spcPts val="400"/>
              </a:spcBef>
              <a:spcAft>
                <a:spcPts val="0"/>
              </a:spcAft>
              <a:buSzPts val="2100"/>
              <a:buNone/>
              <a:defRPr/>
            </a:lvl6pPr>
            <a:lvl7pPr lvl="6">
              <a:spcBef>
                <a:spcPts val="400"/>
              </a:spcBef>
              <a:spcAft>
                <a:spcPts val="0"/>
              </a:spcAft>
              <a:buSzPts val="2100"/>
              <a:buNone/>
              <a:defRPr/>
            </a:lvl7pPr>
            <a:lvl8pPr lvl="7">
              <a:spcBef>
                <a:spcPts val="400"/>
              </a:spcBef>
              <a:spcAft>
                <a:spcPts val="0"/>
              </a:spcAft>
              <a:buSzPts val="2100"/>
              <a:buNone/>
              <a:defRPr/>
            </a:lvl8pPr>
            <a:lvl9pPr lvl="8">
              <a:spcBef>
                <a:spcPts val="400"/>
              </a:spcBef>
              <a:spcAft>
                <a:spcPts val="0"/>
              </a:spcAft>
              <a:buSzPts val="2100"/>
              <a:buNone/>
              <a:defRPr/>
            </a:lvl9pPr>
          </a:lstStyle>
          <a:p>
            <a:endParaRPr/>
          </a:p>
        </p:txBody>
      </p:sp>
      <p:sp>
        <p:nvSpPr>
          <p:cNvPr id="42" name="Google Shape;42;p3"/>
          <p:cNvSpPr txBox="1">
            <a:spLocks noGrp="1"/>
          </p:cNvSpPr>
          <p:nvPr>
            <p:ph type="subTitle" idx="8"/>
          </p:nvPr>
        </p:nvSpPr>
        <p:spPr>
          <a:xfrm>
            <a:off x="13455175" y="4160025"/>
            <a:ext cx="2786400" cy="553500"/>
          </a:xfrm>
          <a:prstGeom prst="rect">
            <a:avLst/>
          </a:prstGeom>
        </p:spPr>
        <p:txBody>
          <a:bodyPr spcFirstLastPara="1" wrap="square" lIns="0" tIns="0" rIns="0" bIns="0" anchor="t" anchorCtr="0">
            <a:noAutofit/>
          </a:bodyPr>
          <a:lstStyle>
            <a:lvl1pPr lvl="0" rtl="0">
              <a:spcBef>
                <a:spcPts val="640"/>
              </a:spcBef>
              <a:spcAft>
                <a:spcPts val="0"/>
              </a:spcAft>
              <a:buClr>
                <a:schemeClr val="lt2"/>
              </a:buClr>
              <a:buSzPts val="3200"/>
              <a:buNone/>
              <a:defRPr>
                <a:solidFill>
                  <a:schemeClr val="lt2"/>
                </a:solidFill>
              </a:defRPr>
            </a:lvl1pPr>
            <a:lvl2pPr lvl="1" rtl="0">
              <a:spcBef>
                <a:spcPts val="560"/>
              </a:spcBef>
              <a:spcAft>
                <a:spcPts val="0"/>
              </a:spcAft>
              <a:buSzPts val="2100"/>
              <a:buNone/>
              <a:defRPr/>
            </a:lvl2pPr>
            <a:lvl3pPr lvl="2" rtl="0">
              <a:spcBef>
                <a:spcPts val="480"/>
              </a:spcBef>
              <a:spcAft>
                <a:spcPts val="0"/>
              </a:spcAft>
              <a:buSzPts val="2100"/>
              <a:buNone/>
              <a:defRPr/>
            </a:lvl3pPr>
            <a:lvl4pPr lvl="3" rtl="0">
              <a:spcBef>
                <a:spcPts val="400"/>
              </a:spcBef>
              <a:spcAft>
                <a:spcPts val="0"/>
              </a:spcAft>
              <a:buSzPts val="2100"/>
              <a:buNone/>
              <a:defRPr/>
            </a:lvl4pPr>
            <a:lvl5pPr lvl="4" rtl="0">
              <a:spcBef>
                <a:spcPts val="400"/>
              </a:spcBef>
              <a:spcAft>
                <a:spcPts val="0"/>
              </a:spcAft>
              <a:buSzPts val="2100"/>
              <a:buNone/>
              <a:defRPr/>
            </a:lvl5pPr>
            <a:lvl6pPr lvl="5" rtl="0">
              <a:spcBef>
                <a:spcPts val="400"/>
              </a:spcBef>
              <a:spcAft>
                <a:spcPts val="0"/>
              </a:spcAft>
              <a:buSzPts val="2100"/>
              <a:buNone/>
              <a:defRPr/>
            </a:lvl6pPr>
            <a:lvl7pPr lvl="6" rtl="0">
              <a:spcBef>
                <a:spcPts val="400"/>
              </a:spcBef>
              <a:spcAft>
                <a:spcPts val="0"/>
              </a:spcAft>
              <a:buSzPts val="2100"/>
              <a:buNone/>
              <a:defRPr/>
            </a:lvl7pPr>
            <a:lvl8pPr lvl="7" rtl="0">
              <a:spcBef>
                <a:spcPts val="400"/>
              </a:spcBef>
              <a:spcAft>
                <a:spcPts val="0"/>
              </a:spcAft>
              <a:buSzPts val="2100"/>
              <a:buNone/>
              <a:defRPr/>
            </a:lvl8pPr>
            <a:lvl9pPr lvl="8" rtl="0">
              <a:spcBef>
                <a:spcPts val="400"/>
              </a:spcBef>
              <a:spcAft>
                <a:spcPts val="0"/>
              </a:spcAft>
              <a:buSzPts val="2100"/>
              <a:buNone/>
              <a:defRPr/>
            </a:lvl9pPr>
          </a:lstStyle>
          <a:p>
            <a:endParaRPr/>
          </a:p>
        </p:txBody>
      </p:sp>
      <p:sp>
        <p:nvSpPr>
          <p:cNvPr id="43" name="Google Shape;43;p3"/>
          <p:cNvSpPr txBox="1">
            <a:spLocks noGrp="1"/>
          </p:cNvSpPr>
          <p:nvPr>
            <p:ph type="title"/>
          </p:nvPr>
        </p:nvSpPr>
        <p:spPr>
          <a:xfrm>
            <a:off x="1005525" y="1736250"/>
            <a:ext cx="7863300" cy="1398300"/>
          </a:xfrm>
          <a:prstGeom prst="rect">
            <a:avLst/>
          </a:prstGeom>
        </p:spPr>
        <p:txBody>
          <a:bodyPr spcFirstLastPara="1" wrap="square" lIns="0" tIns="0" rIns="0" bIns="0" anchor="t" anchorCtr="0">
            <a:noAutofit/>
          </a:bodyPr>
          <a:lstStyle>
            <a:lvl1pPr lvl="0">
              <a:spcBef>
                <a:spcPts val="0"/>
              </a:spcBef>
              <a:spcAft>
                <a:spcPts val="0"/>
              </a:spcAft>
              <a:buSzPts val="11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4" name="Google Shape;44;p3"/>
          <p:cNvSpPr txBox="1">
            <a:spLocks noGrp="1"/>
          </p:cNvSpPr>
          <p:nvPr>
            <p:ph type="body" idx="9"/>
          </p:nvPr>
        </p:nvSpPr>
        <p:spPr>
          <a:xfrm>
            <a:off x="670013" y="766213"/>
            <a:ext cx="5496600" cy="413100"/>
          </a:xfrm>
          <a:prstGeom prst="rect">
            <a:avLst/>
          </a:prstGeom>
        </p:spPr>
        <p:txBody>
          <a:bodyPr spcFirstLastPara="1" wrap="square" lIns="0" tIns="0" rIns="0" bIns="0" anchor="t" anchorCtr="0">
            <a:noAutofit/>
          </a:bodyPr>
          <a:lstStyle>
            <a:lvl1pPr marL="457200" lvl="0" indent="-361950" rtl="0">
              <a:spcBef>
                <a:spcPts val="640"/>
              </a:spcBef>
              <a:spcAft>
                <a:spcPts val="0"/>
              </a:spcAft>
              <a:buClr>
                <a:schemeClr val="lt2"/>
              </a:buClr>
              <a:buSzPts val="2100"/>
              <a:buChar char="•"/>
              <a:defRPr sz="2100" b="0">
                <a:solidFill>
                  <a:schemeClr val="lt2"/>
                </a:solidFill>
              </a:defRPr>
            </a:lvl1pPr>
            <a:lvl2pPr marL="914400" lvl="1" indent="-361950" rtl="0">
              <a:spcBef>
                <a:spcPts val="560"/>
              </a:spcBef>
              <a:spcAft>
                <a:spcPts val="0"/>
              </a:spcAft>
              <a:buClr>
                <a:schemeClr val="lt2"/>
              </a:buClr>
              <a:buSzPts val="2100"/>
              <a:buChar char="–"/>
              <a:defRPr>
                <a:solidFill>
                  <a:schemeClr val="lt2"/>
                </a:solidFill>
              </a:defRPr>
            </a:lvl2pPr>
            <a:lvl3pPr marL="1371600" lvl="2" indent="-361950" rtl="0">
              <a:spcBef>
                <a:spcPts val="480"/>
              </a:spcBef>
              <a:spcAft>
                <a:spcPts val="0"/>
              </a:spcAft>
              <a:buClr>
                <a:schemeClr val="lt2"/>
              </a:buClr>
              <a:buSzPts val="2100"/>
              <a:buChar char="•"/>
              <a:defRPr>
                <a:solidFill>
                  <a:schemeClr val="lt2"/>
                </a:solidFill>
              </a:defRPr>
            </a:lvl3pPr>
            <a:lvl4pPr marL="1828800" lvl="3" indent="-361950" rtl="0">
              <a:spcBef>
                <a:spcPts val="400"/>
              </a:spcBef>
              <a:spcAft>
                <a:spcPts val="0"/>
              </a:spcAft>
              <a:buClr>
                <a:schemeClr val="lt2"/>
              </a:buClr>
              <a:buSzPts val="2100"/>
              <a:buChar char="–"/>
              <a:defRPr>
                <a:solidFill>
                  <a:schemeClr val="lt2"/>
                </a:solidFill>
              </a:defRPr>
            </a:lvl4pPr>
            <a:lvl5pPr marL="2286000" lvl="4" indent="-361950" rtl="0">
              <a:spcBef>
                <a:spcPts val="400"/>
              </a:spcBef>
              <a:spcAft>
                <a:spcPts val="0"/>
              </a:spcAft>
              <a:buClr>
                <a:schemeClr val="lt2"/>
              </a:buClr>
              <a:buSzPts val="2100"/>
              <a:buChar char="»"/>
              <a:defRPr>
                <a:solidFill>
                  <a:schemeClr val="lt2"/>
                </a:solidFill>
              </a:defRPr>
            </a:lvl5pPr>
            <a:lvl6pPr marL="2743200" lvl="5" indent="-361950" rtl="0">
              <a:spcBef>
                <a:spcPts val="400"/>
              </a:spcBef>
              <a:spcAft>
                <a:spcPts val="0"/>
              </a:spcAft>
              <a:buClr>
                <a:schemeClr val="lt2"/>
              </a:buClr>
              <a:buSzPts val="2100"/>
              <a:buChar char="•"/>
              <a:defRPr>
                <a:solidFill>
                  <a:schemeClr val="lt2"/>
                </a:solidFill>
              </a:defRPr>
            </a:lvl6pPr>
            <a:lvl7pPr marL="3200400" lvl="6" indent="-361950" rtl="0">
              <a:spcBef>
                <a:spcPts val="400"/>
              </a:spcBef>
              <a:spcAft>
                <a:spcPts val="0"/>
              </a:spcAft>
              <a:buClr>
                <a:schemeClr val="lt2"/>
              </a:buClr>
              <a:buSzPts val="2100"/>
              <a:buChar char="•"/>
              <a:defRPr>
                <a:solidFill>
                  <a:schemeClr val="lt2"/>
                </a:solidFill>
              </a:defRPr>
            </a:lvl7pPr>
            <a:lvl8pPr marL="3657600" lvl="7" indent="-361950" rtl="0">
              <a:spcBef>
                <a:spcPts val="400"/>
              </a:spcBef>
              <a:spcAft>
                <a:spcPts val="0"/>
              </a:spcAft>
              <a:buClr>
                <a:schemeClr val="lt2"/>
              </a:buClr>
              <a:buSzPts val="2100"/>
              <a:buChar char="•"/>
              <a:defRPr>
                <a:solidFill>
                  <a:schemeClr val="lt2"/>
                </a:solidFill>
              </a:defRPr>
            </a:lvl8pPr>
            <a:lvl9pPr marL="4114800" lvl="8" indent="-361950" rtl="0">
              <a:spcBef>
                <a:spcPts val="400"/>
              </a:spcBef>
              <a:spcAft>
                <a:spcPts val="0"/>
              </a:spcAft>
              <a:buClr>
                <a:schemeClr val="lt2"/>
              </a:buClr>
              <a:buSzPts val="2100"/>
              <a:buChar char="•"/>
              <a:defRPr>
                <a:solidFill>
                  <a:schemeClr val="lt2"/>
                </a:solidFill>
              </a:defRPr>
            </a:lvl9pPr>
          </a:lstStyle>
          <a:p>
            <a:endParaRPr/>
          </a:p>
        </p:txBody>
      </p:sp>
      <p:sp>
        <p:nvSpPr>
          <p:cNvPr id="45" name="Google Shape;45;p3"/>
          <p:cNvSpPr txBox="1">
            <a:spLocks noGrp="1"/>
          </p:cNvSpPr>
          <p:nvPr>
            <p:ph type="body" idx="13"/>
          </p:nvPr>
        </p:nvSpPr>
        <p:spPr>
          <a:xfrm>
            <a:off x="12617438" y="817225"/>
            <a:ext cx="5019600" cy="362100"/>
          </a:xfrm>
          <a:prstGeom prst="rect">
            <a:avLst/>
          </a:prstGeom>
        </p:spPr>
        <p:txBody>
          <a:bodyPr spcFirstLastPara="1" wrap="square" lIns="0" tIns="0" rIns="0" bIns="0" anchor="t" anchorCtr="0">
            <a:noAutofit/>
          </a:bodyPr>
          <a:lstStyle>
            <a:lvl1pPr marL="457200" lvl="0" indent="-361950" algn="r" rtl="0">
              <a:spcBef>
                <a:spcPts val="640"/>
              </a:spcBef>
              <a:spcAft>
                <a:spcPts val="0"/>
              </a:spcAft>
              <a:buClr>
                <a:schemeClr val="lt2"/>
              </a:buClr>
              <a:buSzPts val="2100"/>
              <a:buChar char="•"/>
              <a:defRPr sz="2100" b="0">
                <a:solidFill>
                  <a:schemeClr val="lt2"/>
                </a:solidFill>
              </a:defRPr>
            </a:lvl1pPr>
            <a:lvl2pPr marL="914400" lvl="1" indent="-361950" algn="r" rtl="0">
              <a:spcBef>
                <a:spcPts val="560"/>
              </a:spcBef>
              <a:spcAft>
                <a:spcPts val="0"/>
              </a:spcAft>
              <a:buClr>
                <a:schemeClr val="lt2"/>
              </a:buClr>
              <a:buSzPts val="2100"/>
              <a:buChar char="–"/>
              <a:defRPr>
                <a:solidFill>
                  <a:schemeClr val="lt2"/>
                </a:solidFill>
              </a:defRPr>
            </a:lvl2pPr>
            <a:lvl3pPr marL="1371600" lvl="2" indent="-361950" algn="r" rtl="0">
              <a:spcBef>
                <a:spcPts val="480"/>
              </a:spcBef>
              <a:spcAft>
                <a:spcPts val="0"/>
              </a:spcAft>
              <a:buClr>
                <a:schemeClr val="lt2"/>
              </a:buClr>
              <a:buSzPts val="2100"/>
              <a:buChar char="•"/>
              <a:defRPr>
                <a:solidFill>
                  <a:schemeClr val="lt2"/>
                </a:solidFill>
              </a:defRPr>
            </a:lvl3pPr>
            <a:lvl4pPr marL="1828800" lvl="3" indent="-361950" algn="r" rtl="0">
              <a:spcBef>
                <a:spcPts val="400"/>
              </a:spcBef>
              <a:spcAft>
                <a:spcPts val="0"/>
              </a:spcAft>
              <a:buClr>
                <a:schemeClr val="lt2"/>
              </a:buClr>
              <a:buSzPts val="2100"/>
              <a:buChar char="–"/>
              <a:defRPr>
                <a:solidFill>
                  <a:schemeClr val="lt2"/>
                </a:solidFill>
              </a:defRPr>
            </a:lvl4pPr>
            <a:lvl5pPr marL="2286000" lvl="4" indent="-361950" algn="r" rtl="0">
              <a:spcBef>
                <a:spcPts val="400"/>
              </a:spcBef>
              <a:spcAft>
                <a:spcPts val="0"/>
              </a:spcAft>
              <a:buClr>
                <a:schemeClr val="lt2"/>
              </a:buClr>
              <a:buSzPts val="2100"/>
              <a:buChar char="»"/>
              <a:defRPr>
                <a:solidFill>
                  <a:schemeClr val="lt2"/>
                </a:solidFill>
              </a:defRPr>
            </a:lvl5pPr>
            <a:lvl6pPr marL="2743200" lvl="5" indent="-361950" algn="r" rtl="0">
              <a:spcBef>
                <a:spcPts val="400"/>
              </a:spcBef>
              <a:spcAft>
                <a:spcPts val="0"/>
              </a:spcAft>
              <a:buClr>
                <a:schemeClr val="lt2"/>
              </a:buClr>
              <a:buSzPts val="2100"/>
              <a:buChar char="•"/>
              <a:defRPr>
                <a:solidFill>
                  <a:schemeClr val="lt2"/>
                </a:solidFill>
              </a:defRPr>
            </a:lvl6pPr>
            <a:lvl7pPr marL="3200400" lvl="6" indent="-361950" algn="r" rtl="0">
              <a:spcBef>
                <a:spcPts val="400"/>
              </a:spcBef>
              <a:spcAft>
                <a:spcPts val="0"/>
              </a:spcAft>
              <a:buClr>
                <a:schemeClr val="lt2"/>
              </a:buClr>
              <a:buSzPts val="2100"/>
              <a:buChar char="•"/>
              <a:defRPr>
                <a:solidFill>
                  <a:schemeClr val="lt2"/>
                </a:solidFill>
              </a:defRPr>
            </a:lvl7pPr>
            <a:lvl8pPr marL="3657600" lvl="7" indent="-361950" algn="r" rtl="0">
              <a:spcBef>
                <a:spcPts val="400"/>
              </a:spcBef>
              <a:spcAft>
                <a:spcPts val="0"/>
              </a:spcAft>
              <a:buClr>
                <a:schemeClr val="lt2"/>
              </a:buClr>
              <a:buSzPts val="2100"/>
              <a:buChar char="•"/>
              <a:defRPr>
                <a:solidFill>
                  <a:schemeClr val="lt2"/>
                </a:solidFill>
              </a:defRPr>
            </a:lvl8pPr>
            <a:lvl9pPr marL="4114800" lvl="8" indent="-361950" algn="r" rtl="0">
              <a:spcBef>
                <a:spcPts val="400"/>
              </a:spcBef>
              <a:spcAft>
                <a:spcPts val="0"/>
              </a:spcAft>
              <a:buClr>
                <a:schemeClr val="lt2"/>
              </a:buClr>
              <a:buSzPts val="2100"/>
              <a:buChar char="•"/>
              <a:defRPr>
                <a:solidFill>
                  <a:schemeClr val="lt2"/>
                </a:solidFill>
              </a:defRPr>
            </a:lvl9pPr>
          </a:lstStyle>
          <a:p>
            <a:endParaRPr/>
          </a:p>
        </p:txBody>
      </p:sp>
      <p:sp>
        <p:nvSpPr>
          <p:cNvPr id="46" name="Google Shape;46;p3"/>
          <p:cNvSpPr txBox="1"/>
          <p:nvPr/>
        </p:nvSpPr>
        <p:spPr>
          <a:xfrm>
            <a:off x="8741225" y="9016050"/>
            <a:ext cx="763500" cy="3621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US" sz="2400" b="1">
                <a:solidFill>
                  <a:schemeClr val="dk1"/>
                </a:solidFill>
                <a:latin typeface="Playfair Display"/>
                <a:ea typeface="Playfair Display"/>
                <a:cs typeface="Playfair Display"/>
                <a:sym typeface="Playfair Display"/>
              </a:rPr>
              <a:t>00</a:t>
            </a:r>
            <a:endParaRPr sz="2400" b="1">
              <a:solidFill>
                <a:schemeClr val="lt2"/>
              </a:solidFill>
              <a:latin typeface="Playfair Display"/>
              <a:ea typeface="Playfair Display"/>
              <a:cs typeface="Playfair Display"/>
              <a:sym typeface="Playfair Display"/>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2 Columns">
  <p:cSld name="CUSTOM_4">
    <p:spTree>
      <p:nvGrpSpPr>
        <p:cNvPr id="1" name="Shape 47"/>
        <p:cNvGrpSpPr/>
        <p:nvPr/>
      </p:nvGrpSpPr>
      <p:grpSpPr>
        <a:xfrm>
          <a:off x="0" y="0"/>
          <a:ext cx="0" cy="0"/>
          <a:chOff x="0" y="0"/>
          <a:chExt cx="0" cy="0"/>
        </a:xfrm>
      </p:grpSpPr>
      <p:grpSp>
        <p:nvGrpSpPr>
          <p:cNvPr id="48" name="Google Shape;48;p4"/>
          <p:cNvGrpSpPr/>
          <p:nvPr/>
        </p:nvGrpSpPr>
        <p:grpSpPr>
          <a:xfrm>
            <a:off x="0" y="8851549"/>
            <a:ext cx="18288118" cy="668843"/>
            <a:chOff x="0" y="-38100"/>
            <a:chExt cx="4816592" cy="176155"/>
          </a:xfrm>
        </p:grpSpPr>
        <p:sp>
          <p:nvSpPr>
            <p:cNvPr id="49" name="Google Shape;49;p4"/>
            <p:cNvSpPr/>
            <p:nvPr/>
          </p:nvSpPr>
          <p:spPr>
            <a:xfrm>
              <a:off x="0" y="0"/>
              <a:ext cx="4816592" cy="138055"/>
            </a:xfrm>
            <a:custGeom>
              <a:avLst/>
              <a:gdLst/>
              <a:ahLst/>
              <a:cxnLst/>
              <a:rect l="l" t="t" r="r" b="b"/>
              <a:pathLst>
                <a:path w="4816592" h="138055" extrusionOk="0">
                  <a:moveTo>
                    <a:pt x="0" y="0"/>
                  </a:moveTo>
                  <a:lnTo>
                    <a:pt x="4816592" y="0"/>
                  </a:lnTo>
                  <a:lnTo>
                    <a:pt x="4816592" y="138055"/>
                  </a:lnTo>
                  <a:lnTo>
                    <a:pt x="0" y="138055"/>
                  </a:lnTo>
                  <a:close/>
                </a:path>
              </a:pathLst>
            </a:custGeom>
            <a:solidFill>
              <a:srgbClr val="333333"/>
            </a:solidFill>
            <a:ln>
              <a:noFill/>
            </a:ln>
          </p:spPr>
        </p:sp>
        <p:sp>
          <p:nvSpPr>
            <p:cNvPr id="50" name="Google Shape;50;p4"/>
            <p:cNvSpPr txBox="1"/>
            <p:nvPr/>
          </p:nvSpPr>
          <p:spPr>
            <a:xfrm>
              <a:off x="0" y="-38100"/>
              <a:ext cx="4816500" cy="176100"/>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51" name="Google Shape;51;p4"/>
          <p:cNvGrpSpPr/>
          <p:nvPr/>
        </p:nvGrpSpPr>
        <p:grpSpPr>
          <a:xfrm>
            <a:off x="8477618" y="8874014"/>
            <a:ext cx="1351552" cy="768424"/>
            <a:chOff x="0" y="0"/>
            <a:chExt cx="11928966" cy="6782210"/>
          </a:xfrm>
        </p:grpSpPr>
        <p:sp>
          <p:nvSpPr>
            <p:cNvPr id="52" name="Google Shape;52;p4"/>
            <p:cNvSpPr/>
            <p:nvPr/>
          </p:nvSpPr>
          <p:spPr>
            <a:xfrm>
              <a:off x="6350" y="6350"/>
              <a:ext cx="11916266" cy="6769510"/>
            </a:xfrm>
            <a:custGeom>
              <a:avLst/>
              <a:gdLst/>
              <a:ahLst/>
              <a:cxnLst/>
              <a:rect l="l" t="t" r="r" b="b"/>
              <a:pathLst>
                <a:path w="11916266" h="6769510" extrusionOk="0">
                  <a:moveTo>
                    <a:pt x="0" y="0"/>
                  </a:moveTo>
                  <a:lnTo>
                    <a:pt x="11916266" y="0"/>
                  </a:lnTo>
                  <a:lnTo>
                    <a:pt x="11916266" y="6769510"/>
                  </a:lnTo>
                  <a:lnTo>
                    <a:pt x="0" y="6769510"/>
                  </a:lnTo>
                  <a:close/>
                </a:path>
              </a:pathLst>
            </a:custGeom>
            <a:solidFill>
              <a:srgbClr val="333333"/>
            </a:solidFill>
            <a:ln>
              <a:noFill/>
            </a:ln>
          </p:spPr>
        </p:sp>
        <p:sp>
          <p:nvSpPr>
            <p:cNvPr id="53" name="Google Shape;53;p4"/>
            <p:cNvSpPr/>
            <p:nvPr/>
          </p:nvSpPr>
          <p:spPr>
            <a:xfrm>
              <a:off x="0" y="0"/>
              <a:ext cx="11928966" cy="6782210"/>
            </a:xfrm>
            <a:custGeom>
              <a:avLst/>
              <a:gdLst/>
              <a:ahLst/>
              <a:cxnLst/>
              <a:rect l="l" t="t" r="r" b="b"/>
              <a:pathLst>
                <a:path w="11928966" h="6782210" extrusionOk="0">
                  <a:moveTo>
                    <a:pt x="6350" y="6782210"/>
                  </a:moveTo>
                  <a:lnTo>
                    <a:pt x="0" y="6782210"/>
                  </a:lnTo>
                  <a:lnTo>
                    <a:pt x="0" y="0"/>
                  </a:lnTo>
                  <a:lnTo>
                    <a:pt x="11928966" y="0"/>
                  </a:lnTo>
                  <a:lnTo>
                    <a:pt x="11928966" y="6782210"/>
                  </a:lnTo>
                  <a:lnTo>
                    <a:pt x="6350" y="6782210"/>
                  </a:lnTo>
                  <a:close/>
                  <a:moveTo>
                    <a:pt x="12700" y="12700"/>
                  </a:moveTo>
                  <a:lnTo>
                    <a:pt x="12700" y="6769510"/>
                  </a:lnTo>
                  <a:lnTo>
                    <a:pt x="11916266" y="6769510"/>
                  </a:lnTo>
                  <a:lnTo>
                    <a:pt x="11916266" y="12700"/>
                  </a:lnTo>
                  <a:lnTo>
                    <a:pt x="12700" y="12700"/>
                  </a:lnTo>
                  <a:close/>
                </a:path>
              </a:pathLst>
            </a:custGeom>
            <a:solidFill>
              <a:srgbClr val="F8F3E2"/>
            </a:solidFill>
            <a:ln>
              <a:noFill/>
            </a:ln>
          </p:spPr>
        </p:sp>
        <p:sp>
          <p:nvSpPr>
            <p:cNvPr id="54" name="Google Shape;54;p4"/>
            <p:cNvSpPr/>
            <p:nvPr/>
          </p:nvSpPr>
          <p:spPr>
            <a:xfrm>
              <a:off x="139700" y="140970"/>
              <a:ext cx="11648296" cy="6501540"/>
            </a:xfrm>
            <a:custGeom>
              <a:avLst/>
              <a:gdLst/>
              <a:ahLst/>
              <a:cxnLst/>
              <a:rect l="l" t="t" r="r" b="b"/>
              <a:pathLst>
                <a:path w="11648296" h="6501540" extrusionOk="0">
                  <a:moveTo>
                    <a:pt x="0" y="0"/>
                  </a:moveTo>
                  <a:lnTo>
                    <a:pt x="11648296" y="0"/>
                  </a:lnTo>
                  <a:lnTo>
                    <a:pt x="11648296" y="6501540"/>
                  </a:lnTo>
                  <a:lnTo>
                    <a:pt x="0" y="6501540"/>
                  </a:lnTo>
                  <a:close/>
                </a:path>
              </a:pathLst>
            </a:custGeom>
            <a:solidFill>
              <a:srgbClr val="F8F3E2"/>
            </a:solidFill>
            <a:ln>
              <a:noFill/>
            </a:ln>
          </p:spPr>
        </p:sp>
      </p:grpSp>
      <p:grpSp>
        <p:nvGrpSpPr>
          <p:cNvPr id="55" name="Google Shape;55;p4"/>
          <p:cNvGrpSpPr/>
          <p:nvPr/>
        </p:nvGrpSpPr>
        <p:grpSpPr>
          <a:xfrm>
            <a:off x="-9525" y="500452"/>
            <a:ext cx="18288118" cy="866149"/>
            <a:chOff x="0" y="-47625"/>
            <a:chExt cx="4816592" cy="228120"/>
          </a:xfrm>
        </p:grpSpPr>
        <p:sp>
          <p:nvSpPr>
            <p:cNvPr id="56" name="Google Shape;56;p4"/>
            <p:cNvSpPr/>
            <p:nvPr/>
          </p:nvSpPr>
          <p:spPr>
            <a:xfrm>
              <a:off x="0" y="0"/>
              <a:ext cx="4816592" cy="180495"/>
            </a:xfrm>
            <a:custGeom>
              <a:avLst/>
              <a:gdLst/>
              <a:ahLst/>
              <a:cxnLst/>
              <a:rect l="l" t="t" r="r" b="b"/>
              <a:pathLst>
                <a:path w="4816592" h="180495" extrusionOk="0">
                  <a:moveTo>
                    <a:pt x="0" y="0"/>
                  </a:moveTo>
                  <a:lnTo>
                    <a:pt x="4816592" y="0"/>
                  </a:lnTo>
                  <a:lnTo>
                    <a:pt x="4816592" y="180495"/>
                  </a:lnTo>
                  <a:lnTo>
                    <a:pt x="0" y="180495"/>
                  </a:lnTo>
                  <a:close/>
                </a:path>
              </a:pathLst>
            </a:custGeom>
            <a:solidFill>
              <a:srgbClr val="BFCDAC"/>
            </a:solidFill>
            <a:ln>
              <a:noFill/>
            </a:ln>
          </p:spPr>
        </p:sp>
        <p:sp>
          <p:nvSpPr>
            <p:cNvPr id="57" name="Google Shape;57;p4"/>
            <p:cNvSpPr txBox="1"/>
            <p:nvPr/>
          </p:nvSpPr>
          <p:spPr>
            <a:xfrm>
              <a:off x="0" y="-47625"/>
              <a:ext cx="4816500" cy="228000"/>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cxnSp>
        <p:nvCxnSpPr>
          <p:cNvPr id="58" name="Google Shape;58;p4"/>
          <p:cNvCxnSpPr/>
          <p:nvPr/>
        </p:nvCxnSpPr>
        <p:spPr>
          <a:xfrm>
            <a:off x="-9525" y="681279"/>
            <a:ext cx="18288000" cy="0"/>
          </a:xfrm>
          <a:prstGeom prst="straightConnector1">
            <a:avLst/>
          </a:prstGeom>
          <a:noFill/>
          <a:ln w="19050" cap="flat" cmpd="sng">
            <a:solidFill>
              <a:srgbClr val="333333"/>
            </a:solidFill>
            <a:prstDash val="solid"/>
            <a:round/>
            <a:headEnd type="none" w="sm" len="sm"/>
            <a:tailEnd type="none" w="sm" len="sm"/>
          </a:ln>
        </p:spPr>
      </p:cxnSp>
      <p:cxnSp>
        <p:nvCxnSpPr>
          <p:cNvPr id="59" name="Google Shape;59;p4"/>
          <p:cNvCxnSpPr/>
          <p:nvPr/>
        </p:nvCxnSpPr>
        <p:spPr>
          <a:xfrm>
            <a:off x="-9525" y="1357071"/>
            <a:ext cx="18288000" cy="0"/>
          </a:xfrm>
          <a:prstGeom prst="straightConnector1">
            <a:avLst/>
          </a:prstGeom>
          <a:noFill/>
          <a:ln w="19050" cap="flat" cmpd="sng">
            <a:solidFill>
              <a:srgbClr val="333333"/>
            </a:solidFill>
            <a:prstDash val="solid"/>
            <a:round/>
            <a:headEnd type="none" w="sm" len="sm"/>
            <a:tailEnd type="none" w="sm" len="sm"/>
          </a:ln>
        </p:spPr>
      </p:cxnSp>
      <p:grpSp>
        <p:nvGrpSpPr>
          <p:cNvPr id="60" name="Google Shape;60;p4"/>
          <p:cNvGrpSpPr/>
          <p:nvPr/>
        </p:nvGrpSpPr>
        <p:grpSpPr>
          <a:xfrm>
            <a:off x="1005530" y="3193110"/>
            <a:ext cx="4747644" cy="478409"/>
            <a:chOff x="0" y="-38100"/>
            <a:chExt cx="1250400" cy="126000"/>
          </a:xfrm>
        </p:grpSpPr>
        <p:sp>
          <p:nvSpPr>
            <p:cNvPr id="61" name="Google Shape;61;p4"/>
            <p:cNvSpPr/>
            <p:nvPr/>
          </p:nvSpPr>
          <p:spPr>
            <a:xfrm>
              <a:off x="0" y="0"/>
              <a:ext cx="1250389" cy="87858"/>
            </a:xfrm>
            <a:custGeom>
              <a:avLst/>
              <a:gdLst/>
              <a:ahLst/>
              <a:cxnLst/>
              <a:rect l="l" t="t" r="r" b="b"/>
              <a:pathLst>
                <a:path w="1250389" h="87858" extrusionOk="0">
                  <a:moveTo>
                    <a:pt x="0" y="0"/>
                  </a:moveTo>
                  <a:lnTo>
                    <a:pt x="1250389" y="0"/>
                  </a:lnTo>
                  <a:lnTo>
                    <a:pt x="1250389" y="87858"/>
                  </a:lnTo>
                  <a:lnTo>
                    <a:pt x="0" y="87858"/>
                  </a:lnTo>
                  <a:close/>
                </a:path>
              </a:pathLst>
            </a:custGeom>
            <a:solidFill>
              <a:srgbClr val="596548"/>
            </a:solidFill>
            <a:ln>
              <a:noFill/>
            </a:ln>
          </p:spPr>
        </p:sp>
        <p:sp>
          <p:nvSpPr>
            <p:cNvPr id="62" name="Google Shape;62;p4"/>
            <p:cNvSpPr txBox="1"/>
            <p:nvPr/>
          </p:nvSpPr>
          <p:spPr>
            <a:xfrm>
              <a:off x="0" y="-38100"/>
              <a:ext cx="1250400" cy="126000"/>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63" name="Google Shape;63;p4"/>
          <p:cNvGrpSpPr/>
          <p:nvPr/>
        </p:nvGrpSpPr>
        <p:grpSpPr>
          <a:xfrm>
            <a:off x="12511730" y="7058967"/>
            <a:ext cx="4747644" cy="478409"/>
            <a:chOff x="0" y="-38100"/>
            <a:chExt cx="1250400" cy="126000"/>
          </a:xfrm>
        </p:grpSpPr>
        <p:sp>
          <p:nvSpPr>
            <p:cNvPr id="64" name="Google Shape;64;p4"/>
            <p:cNvSpPr/>
            <p:nvPr/>
          </p:nvSpPr>
          <p:spPr>
            <a:xfrm>
              <a:off x="0" y="0"/>
              <a:ext cx="1250389" cy="87858"/>
            </a:xfrm>
            <a:custGeom>
              <a:avLst/>
              <a:gdLst/>
              <a:ahLst/>
              <a:cxnLst/>
              <a:rect l="l" t="t" r="r" b="b"/>
              <a:pathLst>
                <a:path w="1250389" h="87858" extrusionOk="0">
                  <a:moveTo>
                    <a:pt x="0" y="0"/>
                  </a:moveTo>
                  <a:lnTo>
                    <a:pt x="1250389" y="0"/>
                  </a:lnTo>
                  <a:lnTo>
                    <a:pt x="1250389" y="87858"/>
                  </a:lnTo>
                  <a:lnTo>
                    <a:pt x="0" y="87858"/>
                  </a:lnTo>
                  <a:close/>
                </a:path>
              </a:pathLst>
            </a:custGeom>
            <a:solidFill>
              <a:srgbClr val="596548"/>
            </a:solidFill>
            <a:ln>
              <a:noFill/>
            </a:ln>
          </p:spPr>
        </p:sp>
        <p:sp>
          <p:nvSpPr>
            <p:cNvPr id="65" name="Google Shape;65;p4"/>
            <p:cNvSpPr txBox="1"/>
            <p:nvPr/>
          </p:nvSpPr>
          <p:spPr>
            <a:xfrm>
              <a:off x="0" y="-38100"/>
              <a:ext cx="1250400" cy="126000"/>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cxnSp>
        <p:nvCxnSpPr>
          <p:cNvPr id="66" name="Google Shape;66;p4"/>
          <p:cNvCxnSpPr/>
          <p:nvPr/>
        </p:nvCxnSpPr>
        <p:spPr>
          <a:xfrm>
            <a:off x="9144000" y="681279"/>
            <a:ext cx="0" cy="8173800"/>
          </a:xfrm>
          <a:prstGeom prst="straightConnector1">
            <a:avLst/>
          </a:prstGeom>
          <a:noFill/>
          <a:ln w="19050" cap="flat" cmpd="sng">
            <a:solidFill>
              <a:srgbClr val="333333"/>
            </a:solidFill>
            <a:prstDash val="solid"/>
            <a:round/>
            <a:headEnd type="none" w="sm" len="sm"/>
            <a:tailEnd type="none" w="sm" len="sm"/>
          </a:ln>
        </p:spPr>
      </p:cxnSp>
      <p:sp>
        <p:nvSpPr>
          <p:cNvPr id="67" name="Google Shape;67;p4"/>
          <p:cNvSpPr txBox="1">
            <a:spLocks noGrp="1"/>
          </p:cNvSpPr>
          <p:nvPr>
            <p:ph type="title"/>
          </p:nvPr>
        </p:nvSpPr>
        <p:spPr>
          <a:xfrm>
            <a:off x="1005525" y="4168250"/>
            <a:ext cx="6355500" cy="1698600"/>
          </a:xfrm>
          <a:prstGeom prst="rect">
            <a:avLst/>
          </a:prstGeom>
        </p:spPr>
        <p:txBody>
          <a:bodyPr spcFirstLastPara="1" wrap="square" lIns="0" tIns="0" rIns="0" bIns="0" anchor="t" anchorCtr="0">
            <a:noAutofit/>
          </a:bodyPr>
          <a:lstStyle>
            <a:lvl1pPr lvl="0">
              <a:spcBef>
                <a:spcPts val="0"/>
              </a:spcBef>
              <a:spcAft>
                <a:spcPts val="0"/>
              </a:spcAft>
              <a:buSzPts val="11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8" name="Google Shape;68;p4"/>
          <p:cNvSpPr txBox="1">
            <a:spLocks noGrp="1"/>
          </p:cNvSpPr>
          <p:nvPr>
            <p:ph type="body" idx="1"/>
          </p:nvPr>
        </p:nvSpPr>
        <p:spPr>
          <a:xfrm>
            <a:off x="1005525" y="5866850"/>
            <a:ext cx="6966300" cy="2442900"/>
          </a:xfrm>
          <a:prstGeom prst="rect">
            <a:avLst/>
          </a:prstGeom>
        </p:spPr>
        <p:txBody>
          <a:bodyPr spcFirstLastPara="1" wrap="square" lIns="0" tIns="0" rIns="0" bIns="0" anchor="t" anchorCtr="0">
            <a:noAutofit/>
          </a:bodyPr>
          <a:lstStyle>
            <a:lvl1pPr marL="457200" lvl="0" indent="-361950">
              <a:spcBef>
                <a:spcPts val="640"/>
              </a:spcBef>
              <a:spcAft>
                <a:spcPts val="0"/>
              </a:spcAft>
              <a:buClr>
                <a:schemeClr val="lt2"/>
              </a:buClr>
              <a:buSzPts val="2100"/>
              <a:buChar char="•"/>
              <a:defRPr sz="2100" b="0">
                <a:solidFill>
                  <a:schemeClr val="lt2"/>
                </a:solidFill>
              </a:defRPr>
            </a:lvl1pPr>
            <a:lvl2pPr marL="914400" lvl="1" indent="-361950">
              <a:spcBef>
                <a:spcPts val="560"/>
              </a:spcBef>
              <a:spcAft>
                <a:spcPts val="0"/>
              </a:spcAft>
              <a:buClr>
                <a:schemeClr val="lt2"/>
              </a:buClr>
              <a:buSzPts val="2100"/>
              <a:buChar char="–"/>
              <a:defRPr>
                <a:solidFill>
                  <a:schemeClr val="lt2"/>
                </a:solidFill>
              </a:defRPr>
            </a:lvl2pPr>
            <a:lvl3pPr marL="1371600" lvl="2" indent="-361950">
              <a:spcBef>
                <a:spcPts val="480"/>
              </a:spcBef>
              <a:spcAft>
                <a:spcPts val="0"/>
              </a:spcAft>
              <a:buClr>
                <a:schemeClr val="lt2"/>
              </a:buClr>
              <a:buSzPts val="2100"/>
              <a:buChar char="•"/>
              <a:defRPr>
                <a:solidFill>
                  <a:schemeClr val="lt2"/>
                </a:solidFill>
              </a:defRPr>
            </a:lvl3pPr>
            <a:lvl4pPr marL="1828800" lvl="3" indent="-361950">
              <a:spcBef>
                <a:spcPts val="400"/>
              </a:spcBef>
              <a:spcAft>
                <a:spcPts val="0"/>
              </a:spcAft>
              <a:buClr>
                <a:schemeClr val="lt2"/>
              </a:buClr>
              <a:buSzPts val="2100"/>
              <a:buChar char="–"/>
              <a:defRPr>
                <a:solidFill>
                  <a:schemeClr val="lt2"/>
                </a:solidFill>
              </a:defRPr>
            </a:lvl4pPr>
            <a:lvl5pPr marL="2286000" lvl="4" indent="-361950">
              <a:spcBef>
                <a:spcPts val="400"/>
              </a:spcBef>
              <a:spcAft>
                <a:spcPts val="0"/>
              </a:spcAft>
              <a:buClr>
                <a:schemeClr val="lt2"/>
              </a:buClr>
              <a:buSzPts val="2100"/>
              <a:buChar char="»"/>
              <a:defRPr>
                <a:solidFill>
                  <a:schemeClr val="lt2"/>
                </a:solidFill>
              </a:defRPr>
            </a:lvl5pPr>
            <a:lvl6pPr marL="2743200" lvl="5" indent="-361950">
              <a:spcBef>
                <a:spcPts val="400"/>
              </a:spcBef>
              <a:spcAft>
                <a:spcPts val="0"/>
              </a:spcAft>
              <a:buClr>
                <a:schemeClr val="lt2"/>
              </a:buClr>
              <a:buSzPts val="2100"/>
              <a:buChar char="•"/>
              <a:defRPr>
                <a:solidFill>
                  <a:schemeClr val="lt2"/>
                </a:solidFill>
              </a:defRPr>
            </a:lvl6pPr>
            <a:lvl7pPr marL="3200400" lvl="6" indent="-361950">
              <a:spcBef>
                <a:spcPts val="400"/>
              </a:spcBef>
              <a:spcAft>
                <a:spcPts val="0"/>
              </a:spcAft>
              <a:buClr>
                <a:schemeClr val="lt2"/>
              </a:buClr>
              <a:buSzPts val="2100"/>
              <a:buChar char="•"/>
              <a:defRPr>
                <a:solidFill>
                  <a:schemeClr val="lt2"/>
                </a:solidFill>
              </a:defRPr>
            </a:lvl7pPr>
            <a:lvl8pPr marL="3657600" lvl="7" indent="-361950">
              <a:spcBef>
                <a:spcPts val="400"/>
              </a:spcBef>
              <a:spcAft>
                <a:spcPts val="0"/>
              </a:spcAft>
              <a:buClr>
                <a:schemeClr val="lt2"/>
              </a:buClr>
              <a:buSzPts val="2100"/>
              <a:buChar char="•"/>
              <a:defRPr>
                <a:solidFill>
                  <a:schemeClr val="lt2"/>
                </a:solidFill>
              </a:defRPr>
            </a:lvl8pPr>
            <a:lvl9pPr marL="4114800" lvl="8" indent="-361950">
              <a:spcBef>
                <a:spcPts val="400"/>
              </a:spcBef>
              <a:spcAft>
                <a:spcPts val="0"/>
              </a:spcAft>
              <a:buClr>
                <a:schemeClr val="lt2"/>
              </a:buClr>
              <a:buSzPts val="2100"/>
              <a:buChar char="•"/>
              <a:defRPr>
                <a:solidFill>
                  <a:schemeClr val="lt2"/>
                </a:solidFill>
              </a:defRPr>
            </a:lvl9pPr>
          </a:lstStyle>
          <a:p>
            <a:endParaRPr/>
          </a:p>
        </p:txBody>
      </p:sp>
      <p:sp>
        <p:nvSpPr>
          <p:cNvPr id="69" name="Google Shape;69;p4"/>
          <p:cNvSpPr txBox="1">
            <a:spLocks noGrp="1"/>
          </p:cNvSpPr>
          <p:nvPr>
            <p:ph type="title" idx="2"/>
          </p:nvPr>
        </p:nvSpPr>
        <p:spPr>
          <a:xfrm>
            <a:off x="10999275" y="2240600"/>
            <a:ext cx="6260100" cy="1374300"/>
          </a:xfrm>
          <a:prstGeom prst="rect">
            <a:avLst/>
          </a:prstGeom>
        </p:spPr>
        <p:txBody>
          <a:bodyPr spcFirstLastPara="1" wrap="square" lIns="0" tIns="0" rIns="0" bIns="0" anchor="t" anchorCtr="0">
            <a:noAutofit/>
          </a:bodyPr>
          <a:lstStyle>
            <a:lvl1pPr lvl="0" algn="r">
              <a:spcBef>
                <a:spcPts val="0"/>
              </a:spcBef>
              <a:spcAft>
                <a:spcPts val="0"/>
              </a:spcAft>
              <a:buSzPts val="11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4"/>
          <p:cNvSpPr txBox="1">
            <a:spLocks noGrp="1"/>
          </p:cNvSpPr>
          <p:nvPr>
            <p:ph type="body" idx="3"/>
          </p:nvPr>
        </p:nvSpPr>
        <p:spPr>
          <a:xfrm>
            <a:off x="10674825" y="3901025"/>
            <a:ext cx="6527100" cy="2442900"/>
          </a:xfrm>
          <a:prstGeom prst="rect">
            <a:avLst/>
          </a:prstGeom>
        </p:spPr>
        <p:txBody>
          <a:bodyPr spcFirstLastPara="1" wrap="square" lIns="0" tIns="0" rIns="0" bIns="0" anchor="t" anchorCtr="0">
            <a:noAutofit/>
          </a:bodyPr>
          <a:lstStyle>
            <a:lvl1pPr marL="457200" lvl="0" indent="-361950" algn="r">
              <a:spcBef>
                <a:spcPts val="640"/>
              </a:spcBef>
              <a:spcAft>
                <a:spcPts val="0"/>
              </a:spcAft>
              <a:buClr>
                <a:schemeClr val="lt2"/>
              </a:buClr>
              <a:buSzPts val="2100"/>
              <a:buChar char="•"/>
              <a:defRPr sz="2100" b="0">
                <a:solidFill>
                  <a:schemeClr val="lt2"/>
                </a:solidFill>
              </a:defRPr>
            </a:lvl1pPr>
            <a:lvl2pPr marL="914400" lvl="1" indent="-361950" algn="r">
              <a:spcBef>
                <a:spcPts val="560"/>
              </a:spcBef>
              <a:spcAft>
                <a:spcPts val="0"/>
              </a:spcAft>
              <a:buClr>
                <a:schemeClr val="lt2"/>
              </a:buClr>
              <a:buSzPts val="2100"/>
              <a:buChar char="–"/>
              <a:defRPr>
                <a:solidFill>
                  <a:schemeClr val="lt2"/>
                </a:solidFill>
              </a:defRPr>
            </a:lvl2pPr>
            <a:lvl3pPr marL="1371600" lvl="2" indent="-361950" algn="r">
              <a:spcBef>
                <a:spcPts val="480"/>
              </a:spcBef>
              <a:spcAft>
                <a:spcPts val="0"/>
              </a:spcAft>
              <a:buClr>
                <a:schemeClr val="lt2"/>
              </a:buClr>
              <a:buSzPts val="2100"/>
              <a:buChar char="•"/>
              <a:defRPr>
                <a:solidFill>
                  <a:schemeClr val="lt2"/>
                </a:solidFill>
              </a:defRPr>
            </a:lvl3pPr>
            <a:lvl4pPr marL="1828800" lvl="3" indent="-361950" algn="r">
              <a:spcBef>
                <a:spcPts val="400"/>
              </a:spcBef>
              <a:spcAft>
                <a:spcPts val="0"/>
              </a:spcAft>
              <a:buClr>
                <a:schemeClr val="lt2"/>
              </a:buClr>
              <a:buSzPts val="2100"/>
              <a:buChar char="–"/>
              <a:defRPr>
                <a:solidFill>
                  <a:schemeClr val="lt2"/>
                </a:solidFill>
              </a:defRPr>
            </a:lvl4pPr>
            <a:lvl5pPr marL="2286000" lvl="4" indent="-361950" algn="r">
              <a:spcBef>
                <a:spcPts val="400"/>
              </a:spcBef>
              <a:spcAft>
                <a:spcPts val="0"/>
              </a:spcAft>
              <a:buClr>
                <a:schemeClr val="lt2"/>
              </a:buClr>
              <a:buSzPts val="2100"/>
              <a:buChar char="»"/>
              <a:defRPr>
                <a:solidFill>
                  <a:schemeClr val="lt2"/>
                </a:solidFill>
              </a:defRPr>
            </a:lvl5pPr>
            <a:lvl6pPr marL="2743200" lvl="5" indent="-361950" algn="r">
              <a:spcBef>
                <a:spcPts val="400"/>
              </a:spcBef>
              <a:spcAft>
                <a:spcPts val="0"/>
              </a:spcAft>
              <a:buClr>
                <a:schemeClr val="lt2"/>
              </a:buClr>
              <a:buSzPts val="2100"/>
              <a:buChar char="•"/>
              <a:defRPr>
                <a:solidFill>
                  <a:schemeClr val="lt2"/>
                </a:solidFill>
              </a:defRPr>
            </a:lvl6pPr>
            <a:lvl7pPr marL="3200400" lvl="6" indent="-361950" algn="r">
              <a:spcBef>
                <a:spcPts val="400"/>
              </a:spcBef>
              <a:spcAft>
                <a:spcPts val="0"/>
              </a:spcAft>
              <a:buClr>
                <a:schemeClr val="lt2"/>
              </a:buClr>
              <a:buSzPts val="2100"/>
              <a:buChar char="•"/>
              <a:defRPr>
                <a:solidFill>
                  <a:schemeClr val="lt2"/>
                </a:solidFill>
              </a:defRPr>
            </a:lvl7pPr>
            <a:lvl8pPr marL="3657600" lvl="7" indent="-361950" algn="r">
              <a:spcBef>
                <a:spcPts val="400"/>
              </a:spcBef>
              <a:spcAft>
                <a:spcPts val="0"/>
              </a:spcAft>
              <a:buClr>
                <a:schemeClr val="lt2"/>
              </a:buClr>
              <a:buSzPts val="2100"/>
              <a:buChar char="•"/>
              <a:defRPr>
                <a:solidFill>
                  <a:schemeClr val="lt2"/>
                </a:solidFill>
              </a:defRPr>
            </a:lvl8pPr>
            <a:lvl9pPr marL="4114800" lvl="8" indent="-361950" algn="r">
              <a:spcBef>
                <a:spcPts val="400"/>
              </a:spcBef>
              <a:spcAft>
                <a:spcPts val="0"/>
              </a:spcAft>
              <a:buClr>
                <a:schemeClr val="lt2"/>
              </a:buClr>
              <a:buSzPts val="2100"/>
              <a:buChar char="•"/>
              <a:defRPr>
                <a:solidFill>
                  <a:schemeClr val="lt2"/>
                </a:solidFill>
              </a:defRPr>
            </a:lvl9pPr>
          </a:lstStyle>
          <a:p>
            <a:endParaRPr/>
          </a:p>
        </p:txBody>
      </p:sp>
      <p:sp>
        <p:nvSpPr>
          <p:cNvPr id="71" name="Google Shape;71;p4"/>
          <p:cNvSpPr txBox="1">
            <a:spLocks noGrp="1"/>
          </p:cNvSpPr>
          <p:nvPr>
            <p:ph type="body" idx="4"/>
          </p:nvPr>
        </p:nvSpPr>
        <p:spPr>
          <a:xfrm>
            <a:off x="670013" y="766213"/>
            <a:ext cx="5496600" cy="413100"/>
          </a:xfrm>
          <a:prstGeom prst="rect">
            <a:avLst/>
          </a:prstGeom>
        </p:spPr>
        <p:txBody>
          <a:bodyPr spcFirstLastPara="1" wrap="square" lIns="0" tIns="0" rIns="0" bIns="0" anchor="t" anchorCtr="0">
            <a:noAutofit/>
          </a:bodyPr>
          <a:lstStyle>
            <a:lvl1pPr marL="457200" lvl="0" indent="-361950" rtl="0">
              <a:spcBef>
                <a:spcPts val="640"/>
              </a:spcBef>
              <a:spcAft>
                <a:spcPts val="0"/>
              </a:spcAft>
              <a:buClr>
                <a:schemeClr val="lt2"/>
              </a:buClr>
              <a:buSzPts val="2100"/>
              <a:buChar char="•"/>
              <a:defRPr sz="2100" b="0">
                <a:solidFill>
                  <a:schemeClr val="lt2"/>
                </a:solidFill>
              </a:defRPr>
            </a:lvl1pPr>
            <a:lvl2pPr marL="914400" lvl="1" indent="-361950" rtl="0">
              <a:spcBef>
                <a:spcPts val="560"/>
              </a:spcBef>
              <a:spcAft>
                <a:spcPts val="0"/>
              </a:spcAft>
              <a:buClr>
                <a:schemeClr val="lt2"/>
              </a:buClr>
              <a:buSzPts val="2100"/>
              <a:buChar char="–"/>
              <a:defRPr>
                <a:solidFill>
                  <a:schemeClr val="lt2"/>
                </a:solidFill>
              </a:defRPr>
            </a:lvl2pPr>
            <a:lvl3pPr marL="1371600" lvl="2" indent="-361950" rtl="0">
              <a:spcBef>
                <a:spcPts val="480"/>
              </a:spcBef>
              <a:spcAft>
                <a:spcPts val="0"/>
              </a:spcAft>
              <a:buClr>
                <a:schemeClr val="lt2"/>
              </a:buClr>
              <a:buSzPts val="2100"/>
              <a:buChar char="•"/>
              <a:defRPr>
                <a:solidFill>
                  <a:schemeClr val="lt2"/>
                </a:solidFill>
              </a:defRPr>
            </a:lvl3pPr>
            <a:lvl4pPr marL="1828800" lvl="3" indent="-361950" rtl="0">
              <a:spcBef>
                <a:spcPts val="400"/>
              </a:spcBef>
              <a:spcAft>
                <a:spcPts val="0"/>
              </a:spcAft>
              <a:buClr>
                <a:schemeClr val="lt2"/>
              </a:buClr>
              <a:buSzPts val="2100"/>
              <a:buChar char="–"/>
              <a:defRPr>
                <a:solidFill>
                  <a:schemeClr val="lt2"/>
                </a:solidFill>
              </a:defRPr>
            </a:lvl4pPr>
            <a:lvl5pPr marL="2286000" lvl="4" indent="-361950" rtl="0">
              <a:spcBef>
                <a:spcPts val="400"/>
              </a:spcBef>
              <a:spcAft>
                <a:spcPts val="0"/>
              </a:spcAft>
              <a:buClr>
                <a:schemeClr val="lt2"/>
              </a:buClr>
              <a:buSzPts val="2100"/>
              <a:buChar char="»"/>
              <a:defRPr>
                <a:solidFill>
                  <a:schemeClr val="lt2"/>
                </a:solidFill>
              </a:defRPr>
            </a:lvl5pPr>
            <a:lvl6pPr marL="2743200" lvl="5" indent="-361950" rtl="0">
              <a:spcBef>
                <a:spcPts val="400"/>
              </a:spcBef>
              <a:spcAft>
                <a:spcPts val="0"/>
              </a:spcAft>
              <a:buClr>
                <a:schemeClr val="lt2"/>
              </a:buClr>
              <a:buSzPts val="2100"/>
              <a:buChar char="•"/>
              <a:defRPr>
                <a:solidFill>
                  <a:schemeClr val="lt2"/>
                </a:solidFill>
              </a:defRPr>
            </a:lvl6pPr>
            <a:lvl7pPr marL="3200400" lvl="6" indent="-361950" rtl="0">
              <a:spcBef>
                <a:spcPts val="400"/>
              </a:spcBef>
              <a:spcAft>
                <a:spcPts val="0"/>
              </a:spcAft>
              <a:buClr>
                <a:schemeClr val="lt2"/>
              </a:buClr>
              <a:buSzPts val="2100"/>
              <a:buChar char="•"/>
              <a:defRPr>
                <a:solidFill>
                  <a:schemeClr val="lt2"/>
                </a:solidFill>
              </a:defRPr>
            </a:lvl7pPr>
            <a:lvl8pPr marL="3657600" lvl="7" indent="-361950" rtl="0">
              <a:spcBef>
                <a:spcPts val="400"/>
              </a:spcBef>
              <a:spcAft>
                <a:spcPts val="0"/>
              </a:spcAft>
              <a:buClr>
                <a:schemeClr val="lt2"/>
              </a:buClr>
              <a:buSzPts val="2100"/>
              <a:buChar char="•"/>
              <a:defRPr>
                <a:solidFill>
                  <a:schemeClr val="lt2"/>
                </a:solidFill>
              </a:defRPr>
            </a:lvl8pPr>
            <a:lvl9pPr marL="4114800" lvl="8" indent="-361950" rtl="0">
              <a:spcBef>
                <a:spcPts val="400"/>
              </a:spcBef>
              <a:spcAft>
                <a:spcPts val="0"/>
              </a:spcAft>
              <a:buClr>
                <a:schemeClr val="lt2"/>
              </a:buClr>
              <a:buSzPts val="2100"/>
              <a:buChar char="•"/>
              <a:defRPr>
                <a:solidFill>
                  <a:schemeClr val="lt2"/>
                </a:solidFill>
              </a:defRPr>
            </a:lvl9pPr>
          </a:lstStyle>
          <a:p>
            <a:endParaRPr/>
          </a:p>
        </p:txBody>
      </p:sp>
      <p:sp>
        <p:nvSpPr>
          <p:cNvPr id="72" name="Google Shape;72;p4"/>
          <p:cNvSpPr txBox="1">
            <a:spLocks noGrp="1"/>
          </p:cNvSpPr>
          <p:nvPr>
            <p:ph type="body" idx="5"/>
          </p:nvPr>
        </p:nvSpPr>
        <p:spPr>
          <a:xfrm>
            <a:off x="12617438" y="817225"/>
            <a:ext cx="5019600" cy="362100"/>
          </a:xfrm>
          <a:prstGeom prst="rect">
            <a:avLst/>
          </a:prstGeom>
        </p:spPr>
        <p:txBody>
          <a:bodyPr spcFirstLastPara="1" wrap="square" lIns="0" tIns="0" rIns="0" bIns="0" anchor="t" anchorCtr="0">
            <a:noAutofit/>
          </a:bodyPr>
          <a:lstStyle>
            <a:lvl1pPr marL="457200" lvl="0" indent="-361950" algn="r" rtl="0">
              <a:spcBef>
                <a:spcPts val="640"/>
              </a:spcBef>
              <a:spcAft>
                <a:spcPts val="0"/>
              </a:spcAft>
              <a:buClr>
                <a:schemeClr val="lt2"/>
              </a:buClr>
              <a:buSzPts val="2100"/>
              <a:buChar char="•"/>
              <a:defRPr sz="2100" b="0">
                <a:solidFill>
                  <a:schemeClr val="lt2"/>
                </a:solidFill>
              </a:defRPr>
            </a:lvl1pPr>
            <a:lvl2pPr marL="914400" lvl="1" indent="-361950" algn="r" rtl="0">
              <a:spcBef>
                <a:spcPts val="560"/>
              </a:spcBef>
              <a:spcAft>
                <a:spcPts val="0"/>
              </a:spcAft>
              <a:buClr>
                <a:schemeClr val="lt2"/>
              </a:buClr>
              <a:buSzPts val="2100"/>
              <a:buChar char="–"/>
              <a:defRPr>
                <a:solidFill>
                  <a:schemeClr val="lt2"/>
                </a:solidFill>
              </a:defRPr>
            </a:lvl2pPr>
            <a:lvl3pPr marL="1371600" lvl="2" indent="-361950" algn="r" rtl="0">
              <a:spcBef>
                <a:spcPts val="480"/>
              </a:spcBef>
              <a:spcAft>
                <a:spcPts val="0"/>
              </a:spcAft>
              <a:buClr>
                <a:schemeClr val="lt2"/>
              </a:buClr>
              <a:buSzPts val="2100"/>
              <a:buChar char="•"/>
              <a:defRPr>
                <a:solidFill>
                  <a:schemeClr val="lt2"/>
                </a:solidFill>
              </a:defRPr>
            </a:lvl3pPr>
            <a:lvl4pPr marL="1828800" lvl="3" indent="-361950" algn="r" rtl="0">
              <a:spcBef>
                <a:spcPts val="400"/>
              </a:spcBef>
              <a:spcAft>
                <a:spcPts val="0"/>
              </a:spcAft>
              <a:buClr>
                <a:schemeClr val="lt2"/>
              </a:buClr>
              <a:buSzPts val="2100"/>
              <a:buChar char="–"/>
              <a:defRPr>
                <a:solidFill>
                  <a:schemeClr val="lt2"/>
                </a:solidFill>
              </a:defRPr>
            </a:lvl4pPr>
            <a:lvl5pPr marL="2286000" lvl="4" indent="-361950" algn="r" rtl="0">
              <a:spcBef>
                <a:spcPts val="400"/>
              </a:spcBef>
              <a:spcAft>
                <a:spcPts val="0"/>
              </a:spcAft>
              <a:buClr>
                <a:schemeClr val="lt2"/>
              </a:buClr>
              <a:buSzPts val="2100"/>
              <a:buChar char="»"/>
              <a:defRPr>
                <a:solidFill>
                  <a:schemeClr val="lt2"/>
                </a:solidFill>
              </a:defRPr>
            </a:lvl5pPr>
            <a:lvl6pPr marL="2743200" lvl="5" indent="-361950" algn="r" rtl="0">
              <a:spcBef>
                <a:spcPts val="400"/>
              </a:spcBef>
              <a:spcAft>
                <a:spcPts val="0"/>
              </a:spcAft>
              <a:buClr>
                <a:schemeClr val="lt2"/>
              </a:buClr>
              <a:buSzPts val="2100"/>
              <a:buChar char="•"/>
              <a:defRPr>
                <a:solidFill>
                  <a:schemeClr val="lt2"/>
                </a:solidFill>
              </a:defRPr>
            </a:lvl6pPr>
            <a:lvl7pPr marL="3200400" lvl="6" indent="-361950" algn="r" rtl="0">
              <a:spcBef>
                <a:spcPts val="400"/>
              </a:spcBef>
              <a:spcAft>
                <a:spcPts val="0"/>
              </a:spcAft>
              <a:buClr>
                <a:schemeClr val="lt2"/>
              </a:buClr>
              <a:buSzPts val="2100"/>
              <a:buChar char="•"/>
              <a:defRPr>
                <a:solidFill>
                  <a:schemeClr val="lt2"/>
                </a:solidFill>
              </a:defRPr>
            </a:lvl7pPr>
            <a:lvl8pPr marL="3657600" lvl="7" indent="-361950" algn="r" rtl="0">
              <a:spcBef>
                <a:spcPts val="400"/>
              </a:spcBef>
              <a:spcAft>
                <a:spcPts val="0"/>
              </a:spcAft>
              <a:buClr>
                <a:schemeClr val="lt2"/>
              </a:buClr>
              <a:buSzPts val="2100"/>
              <a:buChar char="•"/>
              <a:defRPr>
                <a:solidFill>
                  <a:schemeClr val="lt2"/>
                </a:solidFill>
              </a:defRPr>
            </a:lvl8pPr>
            <a:lvl9pPr marL="4114800" lvl="8" indent="-361950" algn="r" rtl="0">
              <a:spcBef>
                <a:spcPts val="400"/>
              </a:spcBef>
              <a:spcAft>
                <a:spcPts val="0"/>
              </a:spcAft>
              <a:buClr>
                <a:schemeClr val="lt2"/>
              </a:buClr>
              <a:buSzPts val="2100"/>
              <a:buChar char="•"/>
              <a:defRPr>
                <a:solidFill>
                  <a:schemeClr val="lt2"/>
                </a:solidFill>
              </a:defRPr>
            </a:lvl9pPr>
          </a:lstStyle>
          <a:p>
            <a:endParaRPr/>
          </a:p>
        </p:txBody>
      </p:sp>
      <p:sp>
        <p:nvSpPr>
          <p:cNvPr id="73" name="Google Shape;73;p4"/>
          <p:cNvSpPr txBox="1"/>
          <p:nvPr/>
        </p:nvSpPr>
        <p:spPr>
          <a:xfrm>
            <a:off x="8741225" y="9016050"/>
            <a:ext cx="763500" cy="3621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US" sz="2400" b="1">
                <a:solidFill>
                  <a:schemeClr val="dk1"/>
                </a:solidFill>
                <a:latin typeface="Playfair Display"/>
                <a:ea typeface="Playfair Display"/>
                <a:cs typeface="Playfair Display"/>
                <a:sym typeface="Playfair Display"/>
              </a:rPr>
              <a:t>00</a:t>
            </a:r>
            <a:endParaRPr sz="2400" b="1">
              <a:solidFill>
                <a:schemeClr val="lt2"/>
              </a:solidFill>
              <a:latin typeface="Playfair Display"/>
              <a:ea typeface="Playfair Display"/>
              <a:cs typeface="Playfair Display"/>
              <a:sym typeface="Playfair Display"/>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ver Slide">
  <p:cSld name="CUSTOM_3">
    <p:spTree>
      <p:nvGrpSpPr>
        <p:cNvPr id="1" name="Shape 74"/>
        <p:cNvGrpSpPr/>
        <p:nvPr/>
      </p:nvGrpSpPr>
      <p:grpSpPr>
        <a:xfrm>
          <a:off x="0" y="0"/>
          <a:ext cx="0" cy="0"/>
          <a:chOff x="0" y="0"/>
          <a:chExt cx="0" cy="0"/>
        </a:xfrm>
      </p:grpSpPr>
      <p:sp>
        <p:nvSpPr>
          <p:cNvPr id="75" name="Google Shape;75;p5"/>
          <p:cNvSpPr>
            <a:spLocks noGrp="1"/>
          </p:cNvSpPr>
          <p:nvPr>
            <p:ph type="pic" idx="2"/>
          </p:nvPr>
        </p:nvSpPr>
        <p:spPr>
          <a:xfrm>
            <a:off x="19075" y="1362700"/>
            <a:ext cx="18288000" cy="8910900"/>
          </a:xfrm>
          <a:prstGeom prst="rect">
            <a:avLst/>
          </a:prstGeom>
          <a:noFill/>
          <a:ln>
            <a:noFill/>
          </a:ln>
        </p:spPr>
      </p:sp>
      <p:grpSp>
        <p:nvGrpSpPr>
          <p:cNvPr id="76" name="Google Shape;76;p5"/>
          <p:cNvGrpSpPr/>
          <p:nvPr/>
        </p:nvGrpSpPr>
        <p:grpSpPr>
          <a:xfrm>
            <a:off x="0" y="500452"/>
            <a:ext cx="18288118" cy="866149"/>
            <a:chOff x="0" y="-47625"/>
            <a:chExt cx="4816592" cy="228120"/>
          </a:xfrm>
        </p:grpSpPr>
        <p:sp>
          <p:nvSpPr>
            <p:cNvPr id="77" name="Google Shape;77;p5"/>
            <p:cNvSpPr/>
            <p:nvPr/>
          </p:nvSpPr>
          <p:spPr>
            <a:xfrm>
              <a:off x="0" y="0"/>
              <a:ext cx="4816592" cy="180495"/>
            </a:xfrm>
            <a:custGeom>
              <a:avLst/>
              <a:gdLst/>
              <a:ahLst/>
              <a:cxnLst/>
              <a:rect l="l" t="t" r="r" b="b"/>
              <a:pathLst>
                <a:path w="4816592" h="180495" extrusionOk="0">
                  <a:moveTo>
                    <a:pt x="0" y="0"/>
                  </a:moveTo>
                  <a:lnTo>
                    <a:pt x="4816592" y="0"/>
                  </a:lnTo>
                  <a:lnTo>
                    <a:pt x="4816592" y="180495"/>
                  </a:lnTo>
                  <a:lnTo>
                    <a:pt x="0" y="180495"/>
                  </a:lnTo>
                  <a:close/>
                </a:path>
              </a:pathLst>
            </a:custGeom>
            <a:solidFill>
              <a:srgbClr val="BFCDAC"/>
            </a:solidFill>
            <a:ln>
              <a:noFill/>
            </a:ln>
          </p:spPr>
        </p:sp>
        <p:sp>
          <p:nvSpPr>
            <p:cNvPr id="78" name="Google Shape;78;p5"/>
            <p:cNvSpPr txBox="1"/>
            <p:nvPr/>
          </p:nvSpPr>
          <p:spPr>
            <a:xfrm>
              <a:off x="0" y="-47625"/>
              <a:ext cx="4816500" cy="228000"/>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cxnSp>
        <p:nvCxnSpPr>
          <p:cNvPr id="79" name="Google Shape;79;p5"/>
          <p:cNvCxnSpPr/>
          <p:nvPr/>
        </p:nvCxnSpPr>
        <p:spPr>
          <a:xfrm>
            <a:off x="9144000" y="700329"/>
            <a:ext cx="0" cy="666300"/>
          </a:xfrm>
          <a:prstGeom prst="straightConnector1">
            <a:avLst/>
          </a:prstGeom>
          <a:noFill/>
          <a:ln w="19050" cap="flat" cmpd="sng">
            <a:solidFill>
              <a:srgbClr val="333333"/>
            </a:solidFill>
            <a:prstDash val="solid"/>
            <a:round/>
            <a:headEnd type="none" w="sm" len="sm"/>
            <a:tailEnd type="none" w="sm" len="sm"/>
          </a:ln>
        </p:spPr>
      </p:cxnSp>
      <p:cxnSp>
        <p:nvCxnSpPr>
          <p:cNvPr id="80" name="Google Shape;80;p5"/>
          <p:cNvCxnSpPr/>
          <p:nvPr/>
        </p:nvCxnSpPr>
        <p:spPr>
          <a:xfrm>
            <a:off x="0" y="690804"/>
            <a:ext cx="18288000" cy="0"/>
          </a:xfrm>
          <a:prstGeom prst="straightConnector1">
            <a:avLst/>
          </a:prstGeom>
          <a:noFill/>
          <a:ln w="19050" cap="flat" cmpd="sng">
            <a:solidFill>
              <a:srgbClr val="333333"/>
            </a:solidFill>
            <a:prstDash val="solid"/>
            <a:round/>
            <a:headEnd type="none" w="sm" len="sm"/>
            <a:tailEnd type="none" w="sm" len="sm"/>
          </a:ln>
        </p:spPr>
      </p:cxnSp>
      <p:cxnSp>
        <p:nvCxnSpPr>
          <p:cNvPr id="81" name="Google Shape;81;p5"/>
          <p:cNvCxnSpPr/>
          <p:nvPr/>
        </p:nvCxnSpPr>
        <p:spPr>
          <a:xfrm>
            <a:off x="0" y="685317"/>
            <a:ext cx="18288000" cy="0"/>
          </a:xfrm>
          <a:prstGeom prst="straightConnector1">
            <a:avLst/>
          </a:prstGeom>
          <a:noFill/>
          <a:ln w="19050" cap="flat" cmpd="sng">
            <a:solidFill>
              <a:srgbClr val="333333"/>
            </a:solidFill>
            <a:prstDash val="solid"/>
            <a:round/>
            <a:headEnd type="none" w="sm" len="sm"/>
            <a:tailEnd type="none" w="sm" len="sm"/>
          </a:ln>
        </p:spPr>
      </p:cxnSp>
      <p:cxnSp>
        <p:nvCxnSpPr>
          <p:cNvPr id="82" name="Google Shape;82;p5"/>
          <p:cNvCxnSpPr/>
          <p:nvPr/>
        </p:nvCxnSpPr>
        <p:spPr>
          <a:xfrm>
            <a:off x="0" y="1357071"/>
            <a:ext cx="18288000" cy="0"/>
          </a:xfrm>
          <a:prstGeom prst="straightConnector1">
            <a:avLst/>
          </a:prstGeom>
          <a:noFill/>
          <a:ln w="19050" cap="flat" cmpd="sng">
            <a:solidFill>
              <a:srgbClr val="333333"/>
            </a:solidFill>
            <a:prstDash val="solid"/>
            <a:round/>
            <a:headEnd type="none" w="sm" len="sm"/>
            <a:tailEnd type="none" w="sm" len="sm"/>
          </a:ln>
        </p:spPr>
      </p:cxnSp>
      <p:grpSp>
        <p:nvGrpSpPr>
          <p:cNvPr id="83" name="Google Shape;83;p5"/>
          <p:cNvGrpSpPr/>
          <p:nvPr/>
        </p:nvGrpSpPr>
        <p:grpSpPr>
          <a:xfrm>
            <a:off x="817615" y="3904748"/>
            <a:ext cx="8326602" cy="3708987"/>
            <a:chOff x="0" y="-38100"/>
            <a:chExt cx="2193000" cy="976846"/>
          </a:xfrm>
        </p:grpSpPr>
        <p:sp>
          <p:nvSpPr>
            <p:cNvPr id="84" name="Google Shape;84;p5"/>
            <p:cNvSpPr/>
            <p:nvPr/>
          </p:nvSpPr>
          <p:spPr>
            <a:xfrm>
              <a:off x="0" y="0"/>
              <a:ext cx="2192957" cy="938746"/>
            </a:xfrm>
            <a:custGeom>
              <a:avLst/>
              <a:gdLst/>
              <a:ahLst/>
              <a:cxnLst/>
              <a:rect l="l" t="t" r="r" b="b"/>
              <a:pathLst>
                <a:path w="2192957" h="938746" extrusionOk="0">
                  <a:moveTo>
                    <a:pt x="0" y="0"/>
                  </a:moveTo>
                  <a:lnTo>
                    <a:pt x="2192957" y="0"/>
                  </a:lnTo>
                  <a:lnTo>
                    <a:pt x="2192957" y="938746"/>
                  </a:lnTo>
                  <a:lnTo>
                    <a:pt x="0" y="938746"/>
                  </a:lnTo>
                  <a:close/>
                </a:path>
              </a:pathLst>
            </a:custGeom>
            <a:solidFill>
              <a:srgbClr val="000000">
                <a:alpha val="0"/>
              </a:srgbClr>
            </a:solidFill>
            <a:ln w="19050" cap="sq" cmpd="sng">
              <a:solidFill>
                <a:srgbClr val="F8F3E2"/>
              </a:solidFill>
              <a:prstDash val="solid"/>
              <a:miter lim="8000"/>
              <a:headEnd type="none" w="sm" len="sm"/>
              <a:tailEnd type="none" w="sm" len="sm"/>
            </a:ln>
          </p:spPr>
        </p:sp>
        <p:sp>
          <p:nvSpPr>
            <p:cNvPr id="85" name="Google Shape;85;p5"/>
            <p:cNvSpPr txBox="1"/>
            <p:nvPr/>
          </p:nvSpPr>
          <p:spPr>
            <a:xfrm>
              <a:off x="0" y="-38100"/>
              <a:ext cx="2193000" cy="976800"/>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86" name="Google Shape;86;p5"/>
          <p:cNvSpPr txBox="1">
            <a:spLocks noGrp="1"/>
          </p:cNvSpPr>
          <p:nvPr>
            <p:ph type="title"/>
          </p:nvPr>
        </p:nvSpPr>
        <p:spPr>
          <a:xfrm>
            <a:off x="1297800" y="4492700"/>
            <a:ext cx="7347900" cy="1717800"/>
          </a:xfrm>
          <a:prstGeom prst="rect">
            <a:avLst/>
          </a:prstGeom>
        </p:spPr>
        <p:txBody>
          <a:bodyPr spcFirstLastPara="1" wrap="square" lIns="0" tIns="0" rIns="0" bIns="0" anchor="t" anchorCtr="0">
            <a:noAutofit/>
          </a:bodyPr>
          <a:lstStyle>
            <a:lvl1pPr lvl="0">
              <a:spcBef>
                <a:spcPts val="0"/>
              </a:spcBef>
              <a:spcAft>
                <a:spcPts val="0"/>
              </a:spcAft>
              <a:buClr>
                <a:schemeClr val="accent5"/>
              </a:buClr>
              <a:buSzPts val="11000"/>
              <a:buNone/>
              <a:defRPr>
                <a:solidFill>
                  <a:schemeClr val="accent5"/>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7" name="Google Shape;87;p5"/>
          <p:cNvSpPr txBox="1">
            <a:spLocks noGrp="1"/>
          </p:cNvSpPr>
          <p:nvPr>
            <p:ph type="subTitle" idx="1"/>
          </p:nvPr>
        </p:nvSpPr>
        <p:spPr>
          <a:xfrm>
            <a:off x="1431400" y="6382150"/>
            <a:ext cx="6450900" cy="866100"/>
          </a:xfrm>
          <a:prstGeom prst="rect">
            <a:avLst/>
          </a:prstGeom>
        </p:spPr>
        <p:txBody>
          <a:bodyPr spcFirstLastPara="1" wrap="square" lIns="0" tIns="0" rIns="0" bIns="0" anchor="t" anchorCtr="0">
            <a:noAutofit/>
          </a:bodyPr>
          <a:lstStyle>
            <a:lvl1pPr lvl="0">
              <a:spcBef>
                <a:spcPts val="640"/>
              </a:spcBef>
              <a:spcAft>
                <a:spcPts val="0"/>
              </a:spcAft>
              <a:buClr>
                <a:schemeClr val="accent5"/>
              </a:buClr>
              <a:buSzPts val="3200"/>
              <a:buNone/>
              <a:defRPr>
                <a:solidFill>
                  <a:schemeClr val="accent5"/>
                </a:solidFill>
              </a:defRPr>
            </a:lvl1pPr>
            <a:lvl2pPr lvl="1">
              <a:spcBef>
                <a:spcPts val="560"/>
              </a:spcBef>
              <a:spcAft>
                <a:spcPts val="0"/>
              </a:spcAft>
              <a:buSzPts val="2100"/>
              <a:buNone/>
              <a:defRPr/>
            </a:lvl2pPr>
            <a:lvl3pPr lvl="2">
              <a:spcBef>
                <a:spcPts val="480"/>
              </a:spcBef>
              <a:spcAft>
                <a:spcPts val="0"/>
              </a:spcAft>
              <a:buSzPts val="2100"/>
              <a:buNone/>
              <a:defRPr/>
            </a:lvl3pPr>
            <a:lvl4pPr lvl="3">
              <a:spcBef>
                <a:spcPts val="400"/>
              </a:spcBef>
              <a:spcAft>
                <a:spcPts val="0"/>
              </a:spcAft>
              <a:buSzPts val="2100"/>
              <a:buNone/>
              <a:defRPr/>
            </a:lvl4pPr>
            <a:lvl5pPr lvl="4">
              <a:spcBef>
                <a:spcPts val="400"/>
              </a:spcBef>
              <a:spcAft>
                <a:spcPts val="0"/>
              </a:spcAft>
              <a:buSzPts val="2100"/>
              <a:buNone/>
              <a:defRPr/>
            </a:lvl5pPr>
            <a:lvl6pPr lvl="5">
              <a:spcBef>
                <a:spcPts val="400"/>
              </a:spcBef>
              <a:spcAft>
                <a:spcPts val="0"/>
              </a:spcAft>
              <a:buSzPts val="2100"/>
              <a:buNone/>
              <a:defRPr/>
            </a:lvl6pPr>
            <a:lvl7pPr lvl="6">
              <a:spcBef>
                <a:spcPts val="400"/>
              </a:spcBef>
              <a:spcAft>
                <a:spcPts val="0"/>
              </a:spcAft>
              <a:buSzPts val="2100"/>
              <a:buNone/>
              <a:defRPr/>
            </a:lvl7pPr>
            <a:lvl8pPr lvl="7">
              <a:spcBef>
                <a:spcPts val="400"/>
              </a:spcBef>
              <a:spcAft>
                <a:spcPts val="0"/>
              </a:spcAft>
              <a:buSzPts val="2100"/>
              <a:buNone/>
              <a:defRPr/>
            </a:lvl8pPr>
            <a:lvl9pPr lvl="8">
              <a:spcBef>
                <a:spcPts val="400"/>
              </a:spcBef>
              <a:spcAft>
                <a:spcPts val="0"/>
              </a:spcAft>
              <a:buSzPts val="2100"/>
              <a:buNone/>
              <a:defRPr/>
            </a:lvl9pPr>
          </a:lstStyle>
          <a:p>
            <a:endParaRPr/>
          </a:p>
        </p:txBody>
      </p:sp>
      <p:sp>
        <p:nvSpPr>
          <p:cNvPr id="88" name="Google Shape;88;p5"/>
          <p:cNvSpPr txBox="1">
            <a:spLocks noGrp="1"/>
          </p:cNvSpPr>
          <p:nvPr>
            <p:ph type="body" idx="3"/>
          </p:nvPr>
        </p:nvSpPr>
        <p:spPr>
          <a:xfrm>
            <a:off x="670013" y="766213"/>
            <a:ext cx="5496600" cy="413100"/>
          </a:xfrm>
          <a:prstGeom prst="rect">
            <a:avLst/>
          </a:prstGeom>
        </p:spPr>
        <p:txBody>
          <a:bodyPr spcFirstLastPara="1" wrap="square" lIns="0" tIns="0" rIns="0" bIns="0" anchor="t" anchorCtr="0">
            <a:noAutofit/>
          </a:bodyPr>
          <a:lstStyle>
            <a:lvl1pPr marL="457200" lvl="0" indent="-361950" rtl="0">
              <a:spcBef>
                <a:spcPts val="640"/>
              </a:spcBef>
              <a:spcAft>
                <a:spcPts val="0"/>
              </a:spcAft>
              <a:buClr>
                <a:schemeClr val="lt2"/>
              </a:buClr>
              <a:buSzPts val="2100"/>
              <a:buChar char="•"/>
              <a:defRPr sz="2100" b="0">
                <a:solidFill>
                  <a:schemeClr val="lt2"/>
                </a:solidFill>
              </a:defRPr>
            </a:lvl1pPr>
            <a:lvl2pPr marL="914400" lvl="1" indent="-361950" rtl="0">
              <a:spcBef>
                <a:spcPts val="560"/>
              </a:spcBef>
              <a:spcAft>
                <a:spcPts val="0"/>
              </a:spcAft>
              <a:buClr>
                <a:schemeClr val="lt2"/>
              </a:buClr>
              <a:buSzPts val="2100"/>
              <a:buChar char="–"/>
              <a:defRPr>
                <a:solidFill>
                  <a:schemeClr val="lt2"/>
                </a:solidFill>
              </a:defRPr>
            </a:lvl2pPr>
            <a:lvl3pPr marL="1371600" lvl="2" indent="-361950" rtl="0">
              <a:spcBef>
                <a:spcPts val="480"/>
              </a:spcBef>
              <a:spcAft>
                <a:spcPts val="0"/>
              </a:spcAft>
              <a:buClr>
                <a:schemeClr val="lt2"/>
              </a:buClr>
              <a:buSzPts val="2100"/>
              <a:buChar char="•"/>
              <a:defRPr>
                <a:solidFill>
                  <a:schemeClr val="lt2"/>
                </a:solidFill>
              </a:defRPr>
            </a:lvl3pPr>
            <a:lvl4pPr marL="1828800" lvl="3" indent="-361950" rtl="0">
              <a:spcBef>
                <a:spcPts val="400"/>
              </a:spcBef>
              <a:spcAft>
                <a:spcPts val="0"/>
              </a:spcAft>
              <a:buClr>
                <a:schemeClr val="lt2"/>
              </a:buClr>
              <a:buSzPts val="2100"/>
              <a:buChar char="–"/>
              <a:defRPr>
                <a:solidFill>
                  <a:schemeClr val="lt2"/>
                </a:solidFill>
              </a:defRPr>
            </a:lvl4pPr>
            <a:lvl5pPr marL="2286000" lvl="4" indent="-361950" rtl="0">
              <a:spcBef>
                <a:spcPts val="400"/>
              </a:spcBef>
              <a:spcAft>
                <a:spcPts val="0"/>
              </a:spcAft>
              <a:buClr>
                <a:schemeClr val="lt2"/>
              </a:buClr>
              <a:buSzPts val="2100"/>
              <a:buChar char="»"/>
              <a:defRPr>
                <a:solidFill>
                  <a:schemeClr val="lt2"/>
                </a:solidFill>
              </a:defRPr>
            </a:lvl5pPr>
            <a:lvl6pPr marL="2743200" lvl="5" indent="-361950" rtl="0">
              <a:spcBef>
                <a:spcPts val="400"/>
              </a:spcBef>
              <a:spcAft>
                <a:spcPts val="0"/>
              </a:spcAft>
              <a:buClr>
                <a:schemeClr val="lt2"/>
              </a:buClr>
              <a:buSzPts val="2100"/>
              <a:buChar char="•"/>
              <a:defRPr>
                <a:solidFill>
                  <a:schemeClr val="lt2"/>
                </a:solidFill>
              </a:defRPr>
            </a:lvl6pPr>
            <a:lvl7pPr marL="3200400" lvl="6" indent="-361950" rtl="0">
              <a:spcBef>
                <a:spcPts val="400"/>
              </a:spcBef>
              <a:spcAft>
                <a:spcPts val="0"/>
              </a:spcAft>
              <a:buClr>
                <a:schemeClr val="lt2"/>
              </a:buClr>
              <a:buSzPts val="2100"/>
              <a:buChar char="•"/>
              <a:defRPr>
                <a:solidFill>
                  <a:schemeClr val="lt2"/>
                </a:solidFill>
              </a:defRPr>
            </a:lvl7pPr>
            <a:lvl8pPr marL="3657600" lvl="7" indent="-361950" rtl="0">
              <a:spcBef>
                <a:spcPts val="400"/>
              </a:spcBef>
              <a:spcAft>
                <a:spcPts val="0"/>
              </a:spcAft>
              <a:buClr>
                <a:schemeClr val="lt2"/>
              </a:buClr>
              <a:buSzPts val="2100"/>
              <a:buChar char="•"/>
              <a:defRPr>
                <a:solidFill>
                  <a:schemeClr val="lt2"/>
                </a:solidFill>
              </a:defRPr>
            </a:lvl8pPr>
            <a:lvl9pPr marL="4114800" lvl="8" indent="-361950" rtl="0">
              <a:spcBef>
                <a:spcPts val="400"/>
              </a:spcBef>
              <a:spcAft>
                <a:spcPts val="0"/>
              </a:spcAft>
              <a:buClr>
                <a:schemeClr val="lt2"/>
              </a:buClr>
              <a:buSzPts val="2100"/>
              <a:buChar char="•"/>
              <a:defRPr>
                <a:solidFill>
                  <a:schemeClr val="lt2"/>
                </a:solidFill>
              </a:defRPr>
            </a:lvl9pPr>
          </a:lstStyle>
          <a:p>
            <a:endParaRPr/>
          </a:p>
        </p:txBody>
      </p:sp>
      <p:sp>
        <p:nvSpPr>
          <p:cNvPr id="89" name="Google Shape;89;p5"/>
          <p:cNvSpPr txBox="1">
            <a:spLocks noGrp="1"/>
          </p:cNvSpPr>
          <p:nvPr>
            <p:ph type="body" idx="4"/>
          </p:nvPr>
        </p:nvSpPr>
        <p:spPr>
          <a:xfrm>
            <a:off x="12617438" y="817225"/>
            <a:ext cx="5019600" cy="362100"/>
          </a:xfrm>
          <a:prstGeom prst="rect">
            <a:avLst/>
          </a:prstGeom>
        </p:spPr>
        <p:txBody>
          <a:bodyPr spcFirstLastPara="1" wrap="square" lIns="0" tIns="0" rIns="0" bIns="0" anchor="t" anchorCtr="0">
            <a:noAutofit/>
          </a:bodyPr>
          <a:lstStyle>
            <a:lvl1pPr marL="457200" lvl="0" indent="-361950" algn="r" rtl="0">
              <a:spcBef>
                <a:spcPts val="640"/>
              </a:spcBef>
              <a:spcAft>
                <a:spcPts val="0"/>
              </a:spcAft>
              <a:buClr>
                <a:schemeClr val="lt2"/>
              </a:buClr>
              <a:buSzPts val="2100"/>
              <a:buChar char="•"/>
              <a:defRPr sz="2100" b="0">
                <a:solidFill>
                  <a:schemeClr val="lt2"/>
                </a:solidFill>
              </a:defRPr>
            </a:lvl1pPr>
            <a:lvl2pPr marL="914400" lvl="1" indent="-361950" algn="r" rtl="0">
              <a:spcBef>
                <a:spcPts val="560"/>
              </a:spcBef>
              <a:spcAft>
                <a:spcPts val="0"/>
              </a:spcAft>
              <a:buClr>
                <a:schemeClr val="lt2"/>
              </a:buClr>
              <a:buSzPts val="2100"/>
              <a:buChar char="–"/>
              <a:defRPr>
                <a:solidFill>
                  <a:schemeClr val="lt2"/>
                </a:solidFill>
              </a:defRPr>
            </a:lvl2pPr>
            <a:lvl3pPr marL="1371600" lvl="2" indent="-361950" algn="r" rtl="0">
              <a:spcBef>
                <a:spcPts val="480"/>
              </a:spcBef>
              <a:spcAft>
                <a:spcPts val="0"/>
              </a:spcAft>
              <a:buClr>
                <a:schemeClr val="lt2"/>
              </a:buClr>
              <a:buSzPts val="2100"/>
              <a:buChar char="•"/>
              <a:defRPr>
                <a:solidFill>
                  <a:schemeClr val="lt2"/>
                </a:solidFill>
              </a:defRPr>
            </a:lvl3pPr>
            <a:lvl4pPr marL="1828800" lvl="3" indent="-361950" algn="r" rtl="0">
              <a:spcBef>
                <a:spcPts val="400"/>
              </a:spcBef>
              <a:spcAft>
                <a:spcPts val="0"/>
              </a:spcAft>
              <a:buClr>
                <a:schemeClr val="lt2"/>
              </a:buClr>
              <a:buSzPts val="2100"/>
              <a:buChar char="–"/>
              <a:defRPr>
                <a:solidFill>
                  <a:schemeClr val="lt2"/>
                </a:solidFill>
              </a:defRPr>
            </a:lvl4pPr>
            <a:lvl5pPr marL="2286000" lvl="4" indent="-361950" algn="r" rtl="0">
              <a:spcBef>
                <a:spcPts val="400"/>
              </a:spcBef>
              <a:spcAft>
                <a:spcPts val="0"/>
              </a:spcAft>
              <a:buClr>
                <a:schemeClr val="lt2"/>
              </a:buClr>
              <a:buSzPts val="2100"/>
              <a:buChar char="»"/>
              <a:defRPr>
                <a:solidFill>
                  <a:schemeClr val="lt2"/>
                </a:solidFill>
              </a:defRPr>
            </a:lvl5pPr>
            <a:lvl6pPr marL="2743200" lvl="5" indent="-361950" algn="r" rtl="0">
              <a:spcBef>
                <a:spcPts val="400"/>
              </a:spcBef>
              <a:spcAft>
                <a:spcPts val="0"/>
              </a:spcAft>
              <a:buClr>
                <a:schemeClr val="lt2"/>
              </a:buClr>
              <a:buSzPts val="2100"/>
              <a:buChar char="•"/>
              <a:defRPr>
                <a:solidFill>
                  <a:schemeClr val="lt2"/>
                </a:solidFill>
              </a:defRPr>
            </a:lvl6pPr>
            <a:lvl7pPr marL="3200400" lvl="6" indent="-361950" algn="r" rtl="0">
              <a:spcBef>
                <a:spcPts val="400"/>
              </a:spcBef>
              <a:spcAft>
                <a:spcPts val="0"/>
              </a:spcAft>
              <a:buClr>
                <a:schemeClr val="lt2"/>
              </a:buClr>
              <a:buSzPts val="2100"/>
              <a:buChar char="•"/>
              <a:defRPr>
                <a:solidFill>
                  <a:schemeClr val="lt2"/>
                </a:solidFill>
              </a:defRPr>
            </a:lvl7pPr>
            <a:lvl8pPr marL="3657600" lvl="7" indent="-361950" algn="r" rtl="0">
              <a:spcBef>
                <a:spcPts val="400"/>
              </a:spcBef>
              <a:spcAft>
                <a:spcPts val="0"/>
              </a:spcAft>
              <a:buClr>
                <a:schemeClr val="lt2"/>
              </a:buClr>
              <a:buSzPts val="2100"/>
              <a:buChar char="•"/>
              <a:defRPr>
                <a:solidFill>
                  <a:schemeClr val="lt2"/>
                </a:solidFill>
              </a:defRPr>
            </a:lvl8pPr>
            <a:lvl9pPr marL="4114800" lvl="8" indent="-361950" algn="r" rtl="0">
              <a:spcBef>
                <a:spcPts val="400"/>
              </a:spcBef>
              <a:spcAft>
                <a:spcPts val="0"/>
              </a:spcAft>
              <a:buClr>
                <a:schemeClr val="lt2"/>
              </a:buClr>
              <a:buSzPts val="2100"/>
              <a:buChar char="•"/>
              <a:defRPr>
                <a:solidFill>
                  <a:schemeClr val="lt2"/>
                </a:solidFill>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Gallery">
  <p:cSld name="CUSTOM_2">
    <p:spTree>
      <p:nvGrpSpPr>
        <p:cNvPr id="1" name="Shape 90"/>
        <p:cNvGrpSpPr/>
        <p:nvPr/>
      </p:nvGrpSpPr>
      <p:grpSpPr>
        <a:xfrm>
          <a:off x="0" y="0"/>
          <a:ext cx="0" cy="0"/>
          <a:chOff x="0" y="0"/>
          <a:chExt cx="0" cy="0"/>
        </a:xfrm>
      </p:grpSpPr>
      <p:sp>
        <p:nvSpPr>
          <p:cNvPr id="91" name="Google Shape;91;p6"/>
          <p:cNvSpPr>
            <a:spLocks noGrp="1"/>
          </p:cNvSpPr>
          <p:nvPr>
            <p:ph type="pic" idx="2"/>
          </p:nvPr>
        </p:nvSpPr>
        <p:spPr>
          <a:xfrm>
            <a:off x="190850" y="1541725"/>
            <a:ext cx="8874900" cy="5264100"/>
          </a:xfrm>
          <a:prstGeom prst="rect">
            <a:avLst/>
          </a:prstGeom>
          <a:noFill/>
          <a:ln>
            <a:noFill/>
          </a:ln>
        </p:spPr>
      </p:sp>
      <p:sp>
        <p:nvSpPr>
          <p:cNvPr id="92" name="Google Shape;92;p6"/>
          <p:cNvSpPr>
            <a:spLocks noGrp="1"/>
          </p:cNvSpPr>
          <p:nvPr>
            <p:ph type="pic" idx="3"/>
          </p:nvPr>
        </p:nvSpPr>
        <p:spPr>
          <a:xfrm>
            <a:off x="9220250" y="1553550"/>
            <a:ext cx="2886600" cy="2693400"/>
          </a:xfrm>
          <a:prstGeom prst="rect">
            <a:avLst/>
          </a:prstGeom>
          <a:noFill/>
          <a:ln>
            <a:noFill/>
          </a:ln>
        </p:spPr>
      </p:sp>
      <p:sp>
        <p:nvSpPr>
          <p:cNvPr id="93" name="Google Shape;93;p6"/>
          <p:cNvSpPr>
            <a:spLocks noGrp="1"/>
          </p:cNvSpPr>
          <p:nvPr>
            <p:ph type="pic" idx="4"/>
          </p:nvPr>
        </p:nvSpPr>
        <p:spPr>
          <a:xfrm>
            <a:off x="9237300" y="4454525"/>
            <a:ext cx="8874900" cy="2395200"/>
          </a:xfrm>
          <a:prstGeom prst="rect">
            <a:avLst/>
          </a:prstGeom>
          <a:noFill/>
          <a:ln>
            <a:noFill/>
          </a:ln>
        </p:spPr>
      </p:sp>
      <p:sp>
        <p:nvSpPr>
          <p:cNvPr id="94" name="Google Shape;94;p6"/>
          <p:cNvSpPr>
            <a:spLocks noGrp="1"/>
          </p:cNvSpPr>
          <p:nvPr>
            <p:ph type="pic" idx="5"/>
          </p:nvPr>
        </p:nvSpPr>
        <p:spPr>
          <a:xfrm>
            <a:off x="15225375" y="1553550"/>
            <a:ext cx="2886600" cy="2693400"/>
          </a:xfrm>
          <a:prstGeom prst="rect">
            <a:avLst/>
          </a:prstGeom>
          <a:noFill/>
          <a:ln>
            <a:noFill/>
          </a:ln>
        </p:spPr>
      </p:sp>
      <p:sp>
        <p:nvSpPr>
          <p:cNvPr id="95" name="Google Shape;95;p6"/>
          <p:cNvSpPr>
            <a:spLocks noGrp="1"/>
          </p:cNvSpPr>
          <p:nvPr>
            <p:ph type="pic" idx="6"/>
          </p:nvPr>
        </p:nvSpPr>
        <p:spPr>
          <a:xfrm>
            <a:off x="12222813" y="1557113"/>
            <a:ext cx="2886600" cy="2693400"/>
          </a:xfrm>
          <a:prstGeom prst="rect">
            <a:avLst/>
          </a:prstGeom>
          <a:noFill/>
          <a:ln>
            <a:noFill/>
          </a:ln>
        </p:spPr>
      </p:sp>
      <p:grpSp>
        <p:nvGrpSpPr>
          <p:cNvPr id="96" name="Google Shape;96;p6"/>
          <p:cNvGrpSpPr/>
          <p:nvPr/>
        </p:nvGrpSpPr>
        <p:grpSpPr>
          <a:xfrm>
            <a:off x="0" y="8851549"/>
            <a:ext cx="18288118" cy="668843"/>
            <a:chOff x="0" y="-38100"/>
            <a:chExt cx="4816592" cy="176155"/>
          </a:xfrm>
        </p:grpSpPr>
        <p:sp>
          <p:nvSpPr>
            <p:cNvPr id="97" name="Google Shape;97;p6"/>
            <p:cNvSpPr/>
            <p:nvPr/>
          </p:nvSpPr>
          <p:spPr>
            <a:xfrm>
              <a:off x="0" y="0"/>
              <a:ext cx="4816592" cy="138055"/>
            </a:xfrm>
            <a:custGeom>
              <a:avLst/>
              <a:gdLst/>
              <a:ahLst/>
              <a:cxnLst/>
              <a:rect l="l" t="t" r="r" b="b"/>
              <a:pathLst>
                <a:path w="4816592" h="138055" extrusionOk="0">
                  <a:moveTo>
                    <a:pt x="0" y="0"/>
                  </a:moveTo>
                  <a:lnTo>
                    <a:pt x="4816592" y="0"/>
                  </a:lnTo>
                  <a:lnTo>
                    <a:pt x="4816592" y="138055"/>
                  </a:lnTo>
                  <a:lnTo>
                    <a:pt x="0" y="138055"/>
                  </a:lnTo>
                  <a:close/>
                </a:path>
              </a:pathLst>
            </a:custGeom>
            <a:solidFill>
              <a:srgbClr val="333333"/>
            </a:solidFill>
            <a:ln>
              <a:noFill/>
            </a:ln>
          </p:spPr>
        </p:sp>
        <p:sp>
          <p:nvSpPr>
            <p:cNvPr id="98" name="Google Shape;98;p6"/>
            <p:cNvSpPr txBox="1"/>
            <p:nvPr/>
          </p:nvSpPr>
          <p:spPr>
            <a:xfrm>
              <a:off x="0" y="-38100"/>
              <a:ext cx="4816500" cy="176100"/>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99" name="Google Shape;99;p6"/>
          <p:cNvGrpSpPr/>
          <p:nvPr/>
        </p:nvGrpSpPr>
        <p:grpSpPr>
          <a:xfrm>
            <a:off x="8477618" y="8874014"/>
            <a:ext cx="1351552" cy="768424"/>
            <a:chOff x="0" y="0"/>
            <a:chExt cx="11928966" cy="6782210"/>
          </a:xfrm>
        </p:grpSpPr>
        <p:sp>
          <p:nvSpPr>
            <p:cNvPr id="100" name="Google Shape;100;p6"/>
            <p:cNvSpPr/>
            <p:nvPr/>
          </p:nvSpPr>
          <p:spPr>
            <a:xfrm>
              <a:off x="6350" y="6350"/>
              <a:ext cx="11916266" cy="6769510"/>
            </a:xfrm>
            <a:custGeom>
              <a:avLst/>
              <a:gdLst/>
              <a:ahLst/>
              <a:cxnLst/>
              <a:rect l="l" t="t" r="r" b="b"/>
              <a:pathLst>
                <a:path w="11916266" h="6769510" extrusionOk="0">
                  <a:moveTo>
                    <a:pt x="0" y="0"/>
                  </a:moveTo>
                  <a:lnTo>
                    <a:pt x="11916266" y="0"/>
                  </a:lnTo>
                  <a:lnTo>
                    <a:pt x="11916266" y="6769510"/>
                  </a:lnTo>
                  <a:lnTo>
                    <a:pt x="0" y="6769510"/>
                  </a:lnTo>
                  <a:close/>
                </a:path>
              </a:pathLst>
            </a:custGeom>
            <a:solidFill>
              <a:srgbClr val="333333"/>
            </a:solidFill>
            <a:ln>
              <a:noFill/>
            </a:ln>
          </p:spPr>
        </p:sp>
        <p:sp>
          <p:nvSpPr>
            <p:cNvPr id="101" name="Google Shape;101;p6"/>
            <p:cNvSpPr/>
            <p:nvPr/>
          </p:nvSpPr>
          <p:spPr>
            <a:xfrm>
              <a:off x="0" y="0"/>
              <a:ext cx="11928966" cy="6782210"/>
            </a:xfrm>
            <a:custGeom>
              <a:avLst/>
              <a:gdLst/>
              <a:ahLst/>
              <a:cxnLst/>
              <a:rect l="l" t="t" r="r" b="b"/>
              <a:pathLst>
                <a:path w="11928966" h="6782210" extrusionOk="0">
                  <a:moveTo>
                    <a:pt x="6350" y="6782210"/>
                  </a:moveTo>
                  <a:lnTo>
                    <a:pt x="0" y="6782210"/>
                  </a:lnTo>
                  <a:lnTo>
                    <a:pt x="0" y="0"/>
                  </a:lnTo>
                  <a:lnTo>
                    <a:pt x="11928966" y="0"/>
                  </a:lnTo>
                  <a:lnTo>
                    <a:pt x="11928966" y="6782210"/>
                  </a:lnTo>
                  <a:lnTo>
                    <a:pt x="6350" y="6782210"/>
                  </a:lnTo>
                  <a:close/>
                  <a:moveTo>
                    <a:pt x="12700" y="12700"/>
                  </a:moveTo>
                  <a:lnTo>
                    <a:pt x="12700" y="6769510"/>
                  </a:lnTo>
                  <a:lnTo>
                    <a:pt x="11916266" y="6769510"/>
                  </a:lnTo>
                  <a:lnTo>
                    <a:pt x="11916266" y="12700"/>
                  </a:lnTo>
                  <a:lnTo>
                    <a:pt x="12700" y="12700"/>
                  </a:lnTo>
                  <a:close/>
                </a:path>
              </a:pathLst>
            </a:custGeom>
            <a:solidFill>
              <a:srgbClr val="F8F3E2"/>
            </a:solidFill>
            <a:ln>
              <a:noFill/>
            </a:ln>
          </p:spPr>
        </p:sp>
        <p:sp>
          <p:nvSpPr>
            <p:cNvPr id="102" name="Google Shape;102;p6"/>
            <p:cNvSpPr/>
            <p:nvPr/>
          </p:nvSpPr>
          <p:spPr>
            <a:xfrm>
              <a:off x="139700" y="140970"/>
              <a:ext cx="11648296" cy="6501540"/>
            </a:xfrm>
            <a:custGeom>
              <a:avLst/>
              <a:gdLst/>
              <a:ahLst/>
              <a:cxnLst/>
              <a:rect l="l" t="t" r="r" b="b"/>
              <a:pathLst>
                <a:path w="11648296" h="6501540" extrusionOk="0">
                  <a:moveTo>
                    <a:pt x="0" y="0"/>
                  </a:moveTo>
                  <a:lnTo>
                    <a:pt x="11648296" y="0"/>
                  </a:lnTo>
                  <a:lnTo>
                    <a:pt x="11648296" y="6501540"/>
                  </a:lnTo>
                  <a:lnTo>
                    <a:pt x="0" y="6501540"/>
                  </a:lnTo>
                  <a:close/>
                </a:path>
              </a:pathLst>
            </a:custGeom>
            <a:solidFill>
              <a:srgbClr val="F8F3E2"/>
            </a:solidFill>
            <a:ln>
              <a:noFill/>
            </a:ln>
          </p:spPr>
        </p:sp>
      </p:grpSp>
      <p:grpSp>
        <p:nvGrpSpPr>
          <p:cNvPr id="103" name="Google Shape;103;p6"/>
          <p:cNvGrpSpPr/>
          <p:nvPr/>
        </p:nvGrpSpPr>
        <p:grpSpPr>
          <a:xfrm>
            <a:off x="-9525" y="500452"/>
            <a:ext cx="18288118" cy="866149"/>
            <a:chOff x="0" y="-47625"/>
            <a:chExt cx="4816592" cy="228120"/>
          </a:xfrm>
        </p:grpSpPr>
        <p:sp>
          <p:nvSpPr>
            <p:cNvPr id="104" name="Google Shape;104;p6"/>
            <p:cNvSpPr/>
            <p:nvPr/>
          </p:nvSpPr>
          <p:spPr>
            <a:xfrm>
              <a:off x="0" y="0"/>
              <a:ext cx="4816592" cy="180495"/>
            </a:xfrm>
            <a:custGeom>
              <a:avLst/>
              <a:gdLst/>
              <a:ahLst/>
              <a:cxnLst/>
              <a:rect l="l" t="t" r="r" b="b"/>
              <a:pathLst>
                <a:path w="4816592" h="180495" extrusionOk="0">
                  <a:moveTo>
                    <a:pt x="0" y="0"/>
                  </a:moveTo>
                  <a:lnTo>
                    <a:pt x="4816592" y="0"/>
                  </a:lnTo>
                  <a:lnTo>
                    <a:pt x="4816592" y="180495"/>
                  </a:lnTo>
                  <a:lnTo>
                    <a:pt x="0" y="180495"/>
                  </a:lnTo>
                  <a:close/>
                </a:path>
              </a:pathLst>
            </a:custGeom>
            <a:solidFill>
              <a:srgbClr val="BFCDAC"/>
            </a:solidFill>
            <a:ln>
              <a:noFill/>
            </a:ln>
          </p:spPr>
        </p:sp>
        <p:sp>
          <p:nvSpPr>
            <p:cNvPr id="105" name="Google Shape;105;p6"/>
            <p:cNvSpPr txBox="1"/>
            <p:nvPr/>
          </p:nvSpPr>
          <p:spPr>
            <a:xfrm>
              <a:off x="0" y="-47625"/>
              <a:ext cx="4816500" cy="228000"/>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cxnSp>
        <p:nvCxnSpPr>
          <p:cNvPr id="106" name="Google Shape;106;p6"/>
          <p:cNvCxnSpPr/>
          <p:nvPr/>
        </p:nvCxnSpPr>
        <p:spPr>
          <a:xfrm>
            <a:off x="9134475" y="700329"/>
            <a:ext cx="0" cy="666300"/>
          </a:xfrm>
          <a:prstGeom prst="straightConnector1">
            <a:avLst/>
          </a:prstGeom>
          <a:noFill/>
          <a:ln w="19050" cap="flat" cmpd="sng">
            <a:solidFill>
              <a:srgbClr val="333333"/>
            </a:solidFill>
            <a:prstDash val="solid"/>
            <a:round/>
            <a:headEnd type="none" w="sm" len="sm"/>
            <a:tailEnd type="none" w="sm" len="sm"/>
          </a:ln>
        </p:spPr>
      </p:cxnSp>
      <p:cxnSp>
        <p:nvCxnSpPr>
          <p:cNvPr id="107" name="Google Shape;107;p6"/>
          <p:cNvCxnSpPr/>
          <p:nvPr/>
        </p:nvCxnSpPr>
        <p:spPr>
          <a:xfrm>
            <a:off x="-9525" y="681279"/>
            <a:ext cx="18288000" cy="0"/>
          </a:xfrm>
          <a:prstGeom prst="straightConnector1">
            <a:avLst/>
          </a:prstGeom>
          <a:noFill/>
          <a:ln w="19050" cap="flat" cmpd="sng">
            <a:solidFill>
              <a:srgbClr val="333333"/>
            </a:solidFill>
            <a:prstDash val="solid"/>
            <a:round/>
            <a:headEnd type="none" w="sm" len="sm"/>
            <a:tailEnd type="none" w="sm" len="sm"/>
          </a:ln>
        </p:spPr>
      </p:cxnSp>
      <p:cxnSp>
        <p:nvCxnSpPr>
          <p:cNvPr id="108" name="Google Shape;108;p6"/>
          <p:cNvCxnSpPr/>
          <p:nvPr/>
        </p:nvCxnSpPr>
        <p:spPr>
          <a:xfrm>
            <a:off x="-9525" y="1357071"/>
            <a:ext cx="18288000" cy="0"/>
          </a:xfrm>
          <a:prstGeom prst="straightConnector1">
            <a:avLst/>
          </a:prstGeom>
          <a:noFill/>
          <a:ln w="19050" cap="flat" cmpd="sng">
            <a:solidFill>
              <a:srgbClr val="333333"/>
            </a:solidFill>
            <a:prstDash val="solid"/>
            <a:round/>
            <a:headEnd type="none" w="sm" len="sm"/>
            <a:tailEnd type="none" w="sm" len="sm"/>
          </a:ln>
        </p:spPr>
      </p:cxnSp>
      <p:sp>
        <p:nvSpPr>
          <p:cNvPr id="109" name="Google Shape;109;p6"/>
          <p:cNvSpPr txBox="1">
            <a:spLocks noGrp="1"/>
          </p:cNvSpPr>
          <p:nvPr>
            <p:ph type="title"/>
          </p:nvPr>
        </p:nvSpPr>
        <p:spPr>
          <a:xfrm>
            <a:off x="267200" y="7145550"/>
            <a:ext cx="7863300" cy="1545900"/>
          </a:xfrm>
          <a:prstGeom prst="rect">
            <a:avLst/>
          </a:prstGeom>
        </p:spPr>
        <p:txBody>
          <a:bodyPr spcFirstLastPara="1" wrap="square" lIns="0" tIns="0" rIns="0" bIns="0" anchor="t" anchorCtr="0">
            <a:noAutofit/>
          </a:bodyPr>
          <a:lstStyle>
            <a:lvl1pPr lvl="0">
              <a:spcBef>
                <a:spcPts val="0"/>
              </a:spcBef>
              <a:spcAft>
                <a:spcPts val="0"/>
              </a:spcAft>
              <a:buSzPts val="11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10" name="Google Shape;110;p6"/>
          <p:cNvSpPr txBox="1">
            <a:spLocks noGrp="1"/>
          </p:cNvSpPr>
          <p:nvPr>
            <p:ph type="subTitle" idx="1"/>
          </p:nvPr>
        </p:nvSpPr>
        <p:spPr>
          <a:xfrm>
            <a:off x="10878650" y="7374575"/>
            <a:ext cx="7214400" cy="1317000"/>
          </a:xfrm>
          <a:prstGeom prst="rect">
            <a:avLst/>
          </a:prstGeom>
        </p:spPr>
        <p:txBody>
          <a:bodyPr spcFirstLastPara="1" wrap="square" lIns="0" tIns="0" rIns="0" bIns="0" anchor="t" anchorCtr="0">
            <a:noAutofit/>
          </a:bodyPr>
          <a:lstStyle>
            <a:lvl1pPr lvl="0" algn="r">
              <a:spcBef>
                <a:spcPts val="640"/>
              </a:spcBef>
              <a:spcAft>
                <a:spcPts val="0"/>
              </a:spcAft>
              <a:buClr>
                <a:schemeClr val="lt2"/>
              </a:buClr>
              <a:buSzPts val="3200"/>
              <a:buNone/>
              <a:defRPr>
                <a:solidFill>
                  <a:schemeClr val="lt2"/>
                </a:solidFill>
              </a:defRPr>
            </a:lvl1pPr>
            <a:lvl2pPr lvl="1">
              <a:spcBef>
                <a:spcPts val="560"/>
              </a:spcBef>
              <a:spcAft>
                <a:spcPts val="0"/>
              </a:spcAft>
              <a:buSzPts val="2100"/>
              <a:buNone/>
              <a:defRPr/>
            </a:lvl2pPr>
            <a:lvl3pPr lvl="2">
              <a:spcBef>
                <a:spcPts val="480"/>
              </a:spcBef>
              <a:spcAft>
                <a:spcPts val="0"/>
              </a:spcAft>
              <a:buSzPts val="2100"/>
              <a:buNone/>
              <a:defRPr/>
            </a:lvl3pPr>
            <a:lvl4pPr lvl="3">
              <a:spcBef>
                <a:spcPts val="400"/>
              </a:spcBef>
              <a:spcAft>
                <a:spcPts val="0"/>
              </a:spcAft>
              <a:buSzPts val="2100"/>
              <a:buNone/>
              <a:defRPr/>
            </a:lvl4pPr>
            <a:lvl5pPr lvl="4">
              <a:spcBef>
                <a:spcPts val="400"/>
              </a:spcBef>
              <a:spcAft>
                <a:spcPts val="0"/>
              </a:spcAft>
              <a:buSzPts val="2100"/>
              <a:buNone/>
              <a:defRPr/>
            </a:lvl5pPr>
            <a:lvl6pPr lvl="5">
              <a:spcBef>
                <a:spcPts val="400"/>
              </a:spcBef>
              <a:spcAft>
                <a:spcPts val="0"/>
              </a:spcAft>
              <a:buSzPts val="2100"/>
              <a:buNone/>
              <a:defRPr/>
            </a:lvl6pPr>
            <a:lvl7pPr lvl="6">
              <a:spcBef>
                <a:spcPts val="400"/>
              </a:spcBef>
              <a:spcAft>
                <a:spcPts val="0"/>
              </a:spcAft>
              <a:buSzPts val="2100"/>
              <a:buNone/>
              <a:defRPr/>
            </a:lvl7pPr>
            <a:lvl8pPr lvl="7">
              <a:spcBef>
                <a:spcPts val="400"/>
              </a:spcBef>
              <a:spcAft>
                <a:spcPts val="0"/>
              </a:spcAft>
              <a:buSzPts val="2100"/>
              <a:buNone/>
              <a:defRPr/>
            </a:lvl8pPr>
            <a:lvl9pPr lvl="8">
              <a:spcBef>
                <a:spcPts val="400"/>
              </a:spcBef>
              <a:spcAft>
                <a:spcPts val="0"/>
              </a:spcAft>
              <a:buSzPts val="2100"/>
              <a:buNone/>
              <a:defRPr/>
            </a:lvl9pPr>
          </a:lstStyle>
          <a:p>
            <a:endParaRPr/>
          </a:p>
        </p:txBody>
      </p:sp>
      <p:sp>
        <p:nvSpPr>
          <p:cNvPr id="111" name="Google Shape;111;p6"/>
          <p:cNvSpPr txBox="1">
            <a:spLocks noGrp="1"/>
          </p:cNvSpPr>
          <p:nvPr>
            <p:ph type="body" idx="7"/>
          </p:nvPr>
        </p:nvSpPr>
        <p:spPr>
          <a:xfrm>
            <a:off x="670013" y="766213"/>
            <a:ext cx="5496600" cy="413100"/>
          </a:xfrm>
          <a:prstGeom prst="rect">
            <a:avLst/>
          </a:prstGeom>
        </p:spPr>
        <p:txBody>
          <a:bodyPr spcFirstLastPara="1" wrap="square" lIns="0" tIns="0" rIns="0" bIns="0" anchor="t" anchorCtr="0">
            <a:noAutofit/>
          </a:bodyPr>
          <a:lstStyle>
            <a:lvl1pPr marL="457200" lvl="0" indent="-361950" rtl="0">
              <a:spcBef>
                <a:spcPts val="640"/>
              </a:spcBef>
              <a:spcAft>
                <a:spcPts val="0"/>
              </a:spcAft>
              <a:buClr>
                <a:schemeClr val="lt2"/>
              </a:buClr>
              <a:buSzPts val="2100"/>
              <a:buChar char="•"/>
              <a:defRPr sz="2100" b="0">
                <a:solidFill>
                  <a:schemeClr val="lt2"/>
                </a:solidFill>
              </a:defRPr>
            </a:lvl1pPr>
            <a:lvl2pPr marL="914400" lvl="1" indent="-361950" rtl="0">
              <a:spcBef>
                <a:spcPts val="560"/>
              </a:spcBef>
              <a:spcAft>
                <a:spcPts val="0"/>
              </a:spcAft>
              <a:buClr>
                <a:schemeClr val="lt2"/>
              </a:buClr>
              <a:buSzPts val="2100"/>
              <a:buChar char="–"/>
              <a:defRPr>
                <a:solidFill>
                  <a:schemeClr val="lt2"/>
                </a:solidFill>
              </a:defRPr>
            </a:lvl2pPr>
            <a:lvl3pPr marL="1371600" lvl="2" indent="-361950" rtl="0">
              <a:spcBef>
                <a:spcPts val="480"/>
              </a:spcBef>
              <a:spcAft>
                <a:spcPts val="0"/>
              </a:spcAft>
              <a:buClr>
                <a:schemeClr val="lt2"/>
              </a:buClr>
              <a:buSzPts val="2100"/>
              <a:buChar char="•"/>
              <a:defRPr>
                <a:solidFill>
                  <a:schemeClr val="lt2"/>
                </a:solidFill>
              </a:defRPr>
            </a:lvl3pPr>
            <a:lvl4pPr marL="1828800" lvl="3" indent="-361950" rtl="0">
              <a:spcBef>
                <a:spcPts val="400"/>
              </a:spcBef>
              <a:spcAft>
                <a:spcPts val="0"/>
              </a:spcAft>
              <a:buClr>
                <a:schemeClr val="lt2"/>
              </a:buClr>
              <a:buSzPts val="2100"/>
              <a:buChar char="–"/>
              <a:defRPr>
                <a:solidFill>
                  <a:schemeClr val="lt2"/>
                </a:solidFill>
              </a:defRPr>
            </a:lvl4pPr>
            <a:lvl5pPr marL="2286000" lvl="4" indent="-361950" rtl="0">
              <a:spcBef>
                <a:spcPts val="400"/>
              </a:spcBef>
              <a:spcAft>
                <a:spcPts val="0"/>
              </a:spcAft>
              <a:buClr>
                <a:schemeClr val="lt2"/>
              </a:buClr>
              <a:buSzPts val="2100"/>
              <a:buChar char="»"/>
              <a:defRPr>
                <a:solidFill>
                  <a:schemeClr val="lt2"/>
                </a:solidFill>
              </a:defRPr>
            </a:lvl5pPr>
            <a:lvl6pPr marL="2743200" lvl="5" indent="-361950" rtl="0">
              <a:spcBef>
                <a:spcPts val="400"/>
              </a:spcBef>
              <a:spcAft>
                <a:spcPts val="0"/>
              </a:spcAft>
              <a:buClr>
                <a:schemeClr val="lt2"/>
              </a:buClr>
              <a:buSzPts val="2100"/>
              <a:buChar char="•"/>
              <a:defRPr>
                <a:solidFill>
                  <a:schemeClr val="lt2"/>
                </a:solidFill>
              </a:defRPr>
            </a:lvl6pPr>
            <a:lvl7pPr marL="3200400" lvl="6" indent="-361950" rtl="0">
              <a:spcBef>
                <a:spcPts val="400"/>
              </a:spcBef>
              <a:spcAft>
                <a:spcPts val="0"/>
              </a:spcAft>
              <a:buClr>
                <a:schemeClr val="lt2"/>
              </a:buClr>
              <a:buSzPts val="2100"/>
              <a:buChar char="•"/>
              <a:defRPr>
                <a:solidFill>
                  <a:schemeClr val="lt2"/>
                </a:solidFill>
              </a:defRPr>
            </a:lvl7pPr>
            <a:lvl8pPr marL="3657600" lvl="7" indent="-361950" rtl="0">
              <a:spcBef>
                <a:spcPts val="400"/>
              </a:spcBef>
              <a:spcAft>
                <a:spcPts val="0"/>
              </a:spcAft>
              <a:buClr>
                <a:schemeClr val="lt2"/>
              </a:buClr>
              <a:buSzPts val="2100"/>
              <a:buChar char="•"/>
              <a:defRPr>
                <a:solidFill>
                  <a:schemeClr val="lt2"/>
                </a:solidFill>
              </a:defRPr>
            </a:lvl8pPr>
            <a:lvl9pPr marL="4114800" lvl="8" indent="-361950" rtl="0">
              <a:spcBef>
                <a:spcPts val="400"/>
              </a:spcBef>
              <a:spcAft>
                <a:spcPts val="0"/>
              </a:spcAft>
              <a:buClr>
                <a:schemeClr val="lt2"/>
              </a:buClr>
              <a:buSzPts val="2100"/>
              <a:buChar char="•"/>
              <a:defRPr>
                <a:solidFill>
                  <a:schemeClr val="lt2"/>
                </a:solidFill>
              </a:defRPr>
            </a:lvl9pPr>
          </a:lstStyle>
          <a:p>
            <a:endParaRPr/>
          </a:p>
        </p:txBody>
      </p:sp>
      <p:sp>
        <p:nvSpPr>
          <p:cNvPr id="112" name="Google Shape;112;p6"/>
          <p:cNvSpPr txBox="1">
            <a:spLocks noGrp="1"/>
          </p:cNvSpPr>
          <p:nvPr>
            <p:ph type="body" idx="8"/>
          </p:nvPr>
        </p:nvSpPr>
        <p:spPr>
          <a:xfrm>
            <a:off x="12617438" y="817225"/>
            <a:ext cx="5019600" cy="362100"/>
          </a:xfrm>
          <a:prstGeom prst="rect">
            <a:avLst/>
          </a:prstGeom>
        </p:spPr>
        <p:txBody>
          <a:bodyPr spcFirstLastPara="1" wrap="square" lIns="0" tIns="0" rIns="0" bIns="0" anchor="t" anchorCtr="0">
            <a:noAutofit/>
          </a:bodyPr>
          <a:lstStyle>
            <a:lvl1pPr marL="457200" lvl="0" indent="-361950" algn="r" rtl="0">
              <a:spcBef>
                <a:spcPts val="640"/>
              </a:spcBef>
              <a:spcAft>
                <a:spcPts val="0"/>
              </a:spcAft>
              <a:buClr>
                <a:schemeClr val="lt2"/>
              </a:buClr>
              <a:buSzPts val="2100"/>
              <a:buChar char="•"/>
              <a:defRPr sz="2100" b="0">
                <a:solidFill>
                  <a:schemeClr val="lt2"/>
                </a:solidFill>
              </a:defRPr>
            </a:lvl1pPr>
            <a:lvl2pPr marL="914400" lvl="1" indent="-361950" algn="r" rtl="0">
              <a:spcBef>
                <a:spcPts val="560"/>
              </a:spcBef>
              <a:spcAft>
                <a:spcPts val="0"/>
              </a:spcAft>
              <a:buClr>
                <a:schemeClr val="lt2"/>
              </a:buClr>
              <a:buSzPts val="2100"/>
              <a:buChar char="–"/>
              <a:defRPr>
                <a:solidFill>
                  <a:schemeClr val="lt2"/>
                </a:solidFill>
              </a:defRPr>
            </a:lvl2pPr>
            <a:lvl3pPr marL="1371600" lvl="2" indent="-361950" algn="r" rtl="0">
              <a:spcBef>
                <a:spcPts val="480"/>
              </a:spcBef>
              <a:spcAft>
                <a:spcPts val="0"/>
              </a:spcAft>
              <a:buClr>
                <a:schemeClr val="lt2"/>
              </a:buClr>
              <a:buSzPts val="2100"/>
              <a:buChar char="•"/>
              <a:defRPr>
                <a:solidFill>
                  <a:schemeClr val="lt2"/>
                </a:solidFill>
              </a:defRPr>
            </a:lvl3pPr>
            <a:lvl4pPr marL="1828800" lvl="3" indent="-361950" algn="r" rtl="0">
              <a:spcBef>
                <a:spcPts val="400"/>
              </a:spcBef>
              <a:spcAft>
                <a:spcPts val="0"/>
              </a:spcAft>
              <a:buClr>
                <a:schemeClr val="lt2"/>
              </a:buClr>
              <a:buSzPts val="2100"/>
              <a:buChar char="–"/>
              <a:defRPr>
                <a:solidFill>
                  <a:schemeClr val="lt2"/>
                </a:solidFill>
              </a:defRPr>
            </a:lvl4pPr>
            <a:lvl5pPr marL="2286000" lvl="4" indent="-361950" algn="r" rtl="0">
              <a:spcBef>
                <a:spcPts val="400"/>
              </a:spcBef>
              <a:spcAft>
                <a:spcPts val="0"/>
              </a:spcAft>
              <a:buClr>
                <a:schemeClr val="lt2"/>
              </a:buClr>
              <a:buSzPts val="2100"/>
              <a:buChar char="»"/>
              <a:defRPr>
                <a:solidFill>
                  <a:schemeClr val="lt2"/>
                </a:solidFill>
              </a:defRPr>
            </a:lvl5pPr>
            <a:lvl6pPr marL="2743200" lvl="5" indent="-361950" algn="r" rtl="0">
              <a:spcBef>
                <a:spcPts val="400"/>
              </a:spcBef>
              <a:spcAft>
                <a:spcPts val="0"/>
              </a:spcAft>
              <a:buClr>
                <a:schemeClr val="lt2"/>
              </a:buClr>
              <a:buSzPts val="2100"/>
              <a:buChar char="•"/>
              <a:defRPr>
                <a:solidFill>
                  <a:schemeClr val="lt2"/>
                </a:solidFill>
              </a:defRPr>
            </a:lvl6pPr>
            <a:lvl7pPr marL="3200400" lvl="6" indent="-361950" algn="r" rtl="0">
              <a:spcBef>
                <a:spcPts val="400"/>
              </a:spcBef>
              <a:spcAft>
                <a:spcPts val="0"/>
              </a:spcAft>
              <a:buClr>
                <a:schemeClr val="lt2"/>
              </a:buClr>
              <a:buSzPts val="2100"/>
              <a:buChar char="•"/>
              <a:defRPr>
                <a:solidFill>
                  <a:schemeClr val="lt2"/>
                </a:solidFill>
              </a:defRPr>
            </a:lvl7pPr>
            <a:lvl8pPr marL="3657600" lvl="7" indent="-361950" algn="r" rtl="0">
              <a:spcBef>
                <a:spcPts val="400"/>
              </a:spcBef>
              <a:spcAft>
                <a:spcPts val="0"/>
              </a:spcAft>
              <a:buClr>
                <a:schemeClr val="lt2"/>
              </a:buClr>
              <a:buSzPts val="2100"/>
              <a:buChar char="•"/>
              <a:defRPr>
                <a:solidFill>
                  <a:schemeClr val="lt2"/>
                </a:solidFill>
              </a:defRPr>
            </a:lvl8pPr>
            <a:lvl9pPr marL="4114800" lvl="8" indent="-361950" algn="r" rtl="0">
              <a:spcBef>
                <a:spcPts val="400"/>
              </a:spcBef>
              <a:spcAft>
                <a:spcPts val="0"/>
              </a:spcAft>
              <a:buClr>
                <a:schemeClr val="lt2"/>
              </a:buClr>
              <a:buSzPts val="2100"/>
              <a:buChar char="•"/>
              <a:defRPr>
                <a:solidFill>
                  <a:schemeClr val="lt2"/>
                </a:solidFill>
              </a:defRPr>
            </a:lvl9pPr>
          </a:lstStyle>
          <a:p>
            <a:endParaRPr/>
          </a:p>
        </p:txBody>
      </p:sp>
      <p:sp>
        <p:nvSpPr>
          <p:cNvPr id="113" name="Google Shape;113;p6"/>
          <p:cNvSpPr txBox="1"/>
          <p:nvPr/>
        </p:nvSpPr>
        <p:spPr>
          <a:xfrm>
            <a:off x="8741225" y="9016050"/>
            <a:ext cx="763500" cy="3621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US" sz="2400" b="1">
                <a:solidFill>
                  <a:schemeClr val="dk1"/>
                </a:solidFill>
                <a:latin typeface="Playfair Display"/>
                <a:ea typeface="Playfair Display"/>
                <a:cs typeface="Playfair Display"/>
                <a:sym typeface="Playfair Display"/>
              </a:rPr>
              <a:t>00</a:t>
            </a:r>
            <a:endParaRPr sz="2400" b="1">
              <a:solidFill>
                <a:schemeClr val="lt2"/>
              </a:solidFill>
              <a:latin typeface="Playfair Display"/>
              <a:ea typeface="Playfair Display"/>
              <a:cs typeface="Playfair Display"/>
              <a:sym typeface="Playfair Display"/>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ustom Layout 1">
  <p:cSld name="CUSTOM_1">
    <p:spTree>
      <p:nvGrpSpPr>
        <p:cNvPr id="1" name="Shape 114"/>
        <p:cNvGrpSpPr/>
        <p:nvPr/>
      </p:nvGrpSpPr>
      <p:grpSpPr>
        <a:xfrm>
          <a:off x="0" y="0"/>
          <a:ext cx="0" cy="0"/>
          <a:chOff x="0" y="0"/>
          <a:chExt cx="0" cy="0"/>
        </a:xfrm>
      </p:grpSpPr>
      <p:grpSp>
        <p:nvGrpSpPr>
          <p:cNvPr id="115" name="Google Shape;115;p7"/>
          <p:cNvGrpSpPr/>
          <p:nvPr/>
        </p:nvGrpSpPr>
        <p:grpSpPr>
          <a:xfrm>
            <a:off x="0" y="8851549"/>
            <a:ext cx="18288118" cy="668843"/>
            <a:chOff x="0" y="-38100"/>
            <a:chExt cx="4816592" cy="176155"/>
          </a:xfrm>
        </p:grpSpPr>
        <p:sp>
          <p:nvSpPr>
            <p:cNvPr id="116" name="Google Shape;116;p7"/>
            <p:cNvSpPr/>
            <p:nvPr/>
          </p:nvSpPr>
          <p:spPr>
            <a:xfrm>
              <a:off x="0" y="0"/>
              <a:ext cx="4816592" cy="138055"/>
            </a:xfrm>
            <a:custGeom>
              <a:avLst/>
              <a:gdLst/>
              <a:ahLst/>
              <a:cxnLst/>
              <a:rect l="l" t="t" r="r" b="b"/>
              <a:pathLst>
                <a:path w="4816592" h="138055" extrusionOk="0">
                  <a:moveTo>
                    <a:pt x="0" y="0"/>
                  </a:moveTo>
                  <a:lnTo>
                    <a:pt x="4816592" y="0"/>
                  </a:lnTo>
                  <a:lnTo>
                    <a:pt x="4816592" y="138055"/>
                  </a:lnTo>
                  <a:lnTo>
                    <a:pt x="0" y="138055"/>
                  </a:lnTo>
                  <a:close/>
                </a:path>
              </a:pathLst>
            </a:custGeom>
            <a:solidFill>
              <a:srgbClr val="333333"/>
            </a:solidFill>
            <a:ln>
              <a:noFill/>
            </a:ln>
          </p:spPr>
        </p:sp>
        <p:sp>
          <p:nvSpPr>
            <p:cNvPr id="117" name="Google Shape;117;p7"/>
            <p:cNvSpPr txBox="1"/>
            <p:nvPr/>
          </p:nvSpPr>
          <p:spPr>
            <a:xfrm>
              <a:off x="0" y="-38100"/>
              <a:ext cx="4816500" cy="176100"/>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18" name="Google Shape;118;p7"/>
          <p:cNvGrpSpPr/>
          <p:nvPr/>
        </p:nvGrpSpPr>
        <p:grpSpPr>
          <a:xfrm>
            <a:off x="8477618" y="8874014"/>
            <a:ext cx="1351552" cy="768424"/>
            <a:chOff x="0" y="0"/>
            <a:chExt cx="11928966" cy="6782210"/>
          </a:xfrm>
        </p:grpSpPr>
        <p:sp>
          <p:nvSpPr>
            <p:cNvPr id="119" name="Google Shape;119;p7"/>
            <p:cNvSpPr/>
            <p:nvPr/>
          </p:nvSpPr>
          <p:spPr>
            <a:xfrm>
              <a:off x="6350" y="6350"/>
              <a:ext cx="11916266" cy="6769510"/>
            </a:xfrm>
            <a:custGeom>
              <a:avLst/>
              <a:gdLst/>
              <a:ahLst/>
              <a:cxnLst/>
              <a:rect l="l" t="t" r="r" b="b"/>
              <a:pathLst>
                <a:path w="11916266" h="6769510" extrusionOk="0">
                  <a:moveTo>
                    <a:pt x="0" y="0"/>
                  </a:moveTo>
                  <a:lnTo>
                    <a:pt x="11916266" y="0"/>
                  </a:lnTo>
                  <a:lnTo>
                    <a:pt x="11916266" y="6769510"/>
                  </a:lnTo>
                  <a:lnTo>
                    <a:pt x="0" y="6769510"/>
                  </a:lnTo>
                  <a:close/>
                </a:path>
              </a:pathLst>
            </a:custGeom>
            <a:solidFill>
              <a:srgbClr val="333333"/>
            </a:solidFill>
            <a:ln>
              <a:noFill/>
            </a:ln>
          </p:spPr>
        </p:sp>
        <p:sp>
          <p:nvSpPr>
            <p:cNvPr id="120" name="Google Shape;120;p7"/>
            <p:cNvSpPr/>
            <p:nvPr/>
          </p:nvSpPr>
          <p:spPr>
            <a:xfrm>
              <a:off x="0" y="0"/>
              <a:ext cx="11928966" cy="6782210"/>
            </a:xfrm>
            <a:custGeom>
              <a:avLst/>
              <a:gdLst/>
              <a:ahLst/>
              <a:cxnLst/>
              <a:rect l="l" t="t" r="r" b="b"/>
              <a:pathLst>
                <a:path w="11928966" h="6782210" extrusionOk="0">
                  <a:moveTo>
                    <a:pt x="6350" y="6782210"/>
                  </a:moveTo>
                  <a:lnTo>
                    <a:pt x="0" y="6782210"/>
                  </a:lnTo>
                  <a:lnTo>
                    <a:pt x="0" y="0"/>
                  </a:lnTo>
                  <a:lnTo>
                    <a:pt x="11928966" y="0"/>
                  </a:lnTo>
                  <a:lnTo>
                    <a:pt x="11928966" y="6782210"/>
                  </a:lnTo>
                  <a:lnTo>
                    <a:pt x="6350" y="6782210"/>
                  </a:lnTo>
                  <a:close/>
                  <a:moveTo>
                    <a:pt x="12700" y="12700"/>
                  </a:moveTo>
                  <a:lnTo>
                    <a:pt x="12700" y="6769510"/>
                  </a:lnTo>
                  <a:lnTo>
                    <a:pt x="11916266" y="6769510"/>
                  </a:lnTo>
                  <a:lnTo>
                    <a:pt x="11916266" y="12700"/>
                  </a:lnTo>
                  <a:lnTo>
                    <a:pt x="12700" y="12700"/>
                  </a:lnTo>
                  <a:close/>
                </a:path>
              </a:pathLst>
            </a:custGeom>
            <a:solidFill>
              <a:srgbClr val="F8F3E2"/>
            </a:solidFill>
            <a:ln>
              <a:noFill/>
            </a:ln>
          </p:spPr>
        </p:sp>
        <p:sp>
          <p:nvSpPr>
            <p:cNvPr id="121" name="Google Shape;121;p7"/>
            <p:cNvSpPr/>
            <p:nvPr/>
          </p:nvSpPr>
          <p:spPr>
            <a:xfrm>
              <a:off x="139700" y="140970"/>
              <a:ext cx="11648296" cy="6501540"/>
            </a:xfrm>
            <a:custGeom>
              <a:avLst/>
              <a:gdLst/>
              <a:ahLst/>
              <a:cxnLst/>
              <a:rect l="l" t="t" r="r" b="b"/>
              <a:pathLst>
                <a:path w="11648296" h="6501540" extrusionOk="0">
                  <a:moveTo>
                    <a:pt x="0" y="0"/>
                  </a:moveTo>
                  <a:lnTo>
                    <a:pt x="11648296" y="0"/>
                  </a:lnTo>
                  <a:lnTo>
                    <a:pt x="11648296" y="6501540"/>
                  </a:lnTo>
                  <a:lnTo>
                    <a:pt x="0" y="6501540"/>
                  </a:lnTo>
                  <a:close/>
                </a:path>
              </a:pathLst>
            </a:custGeom>
            <a:solidFill>
              <a:srgbClr val="F8F3E2"/>
            </a:solidFill>
            <a:ln>
              <a:noFill/>
            </a:ln>
          </p:spPr>
        </p:sp>
      </p:grpSp>
      <p:grpSp>
        <p:nvGrpSpPr>
          <p:cNvPr id="122" name="Google Shape;122;p7"/>
          <p:cNvGrpSpPr/>
          <p:nvPr/>
        </p:nvGrpSpPr>
        <p:grpSpPr>
          <a:xfrm>
            <a:off x="-9525" y="500452"/>
            <a:ext cx="18288118" cy="866149"/>
            <a:chOff x="0" y="-47625"/>
            <a:chExt cx="4816592" cy="228120"/>
          </a:xfrm>
        </p:grpSpPr>
        <p:sp>
          <p:nvSpPr>
            <p:cNvPr id="123" name="Google Shape;123;p7"/>
            <p:cNvSpPr/>
            <p:nvPr/>
          </p:nvSpPr>
          <p:spPr>
            <a:xfrm>
              <a:off x="0" y="0"/>
              <a:ext cx="4816592" cy="180495"/>
            </a:xfrm>
            <a:custGeom>
              <a:avLst/>
              <a:gdLst/>
              <a:ahLst/>
              <a:cxnLst/>
              <a:rect l="l" t="t" r="r" b="b"/>
              <a:pathLst>
                <a:path w="4816592" h="180495" extrusionOk="0">
                  <a:moveTo>
                    <a:pt x="0" y="0"/>
                  </a:moveTo>
                  <a:lnTo>
                    <a:pt x="4816592" y="0"/>
                  </a:lnTo>
                  <a:lnTo>
                    <a:pt x="4816592" y="180495"/>
                  </a:lnTo>
                  <a:lnTo>
                    <a:pt x="0" y="180495"/>
                  </a:lnTo>
                  <a:close/>
                </a:path>
              </a:pathLst>
            </a:custGeom>
            <a:solidFill>
              <a:srgbClr val="BFCDAC"/>
            </a:solidFill>
            <a:ln>
              <a:noFill/>
            </a:ln>
          </p:spPr>
        </p:sp>
        <p:sp>
          <p:nvSpPr>
            <p:cNvPr id="124" name="Google Shape;124;p7"/>
            <p:cNvSpPr txBox="1"/>
            <p:nvPr/>
          </p:nvSpPr>
          <p:spPr>
            <a:xfrm>
              <a:off x="0" y="-47625"/>
              <a:ext cx="4816500" cy="228000"/>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cxnSp>
        <p:nvCxnSpPr>
          <p:cNvPr id="125" name="Google Shape;125;p7"/>
          <p:cNvCxnSpPr/>
          <p:nvPr/>
        </p:nvCxnSpPr>
        <p:spPr>
          <a:xfrm>
            <a:off x="9134475" y="700329"/>
            <a:ext cx="0" cy="666300"/>
          </a:xfrm>
          <a:prstGeom prst="straightConnector1">
            <a:avLst/>
          </a:prstGeom>
          <a:noFill/>
          <a:ln w="19050" cap="flat" cmpd="sng">
            <a:solidFill>
              <a:srgbClr val="333333"/>
            </a:solidFill>
            <a:prstDash val="solid"/>
            <a:round/>
            <a:headEnd type="none" w="sm" len="sm"/>
            <a:tailEnd type="none" w="sm" len="sm"/>
          </a:ln>
        </p:spPr>
      </p:cxnSp>
      <p:cxnSp>
        <p:nvCxnSpPr>
          <p:cNvPr id="126" name="Google Shape;126;p7"/>
          <p:cNvCxnSpPr/>
          <p:nvPr/>
        </p:nvCxnSpPr>
        <p:spPr>
          <a:xfrm>
            <a:off x="-9525" y="681279"/>
            <a:ext cx="18288000" cy="0"/>
          </a:xfrm>
          <a:prstGeom prst="straightConnector1">
            <a:avLst/>
          </a:prstGeom>
          <a:noFill/>
          <a:ln w="19050" cap="flat" cmpd="sng">
            <a:solidFill>
              <a:srgbClr val="333333"/>
            </a:solidFill>
            <a:prstDash val="solid"/>
            <a:round/>
            <a:headEnd type="none" w="sm" len="sm"/>
            <a:tailEnd type="none" w="sm" len="sm"/>
          </a:ln>
        </p:spPr>
      </p:cxnSp>
      <p:sp>
        <p:nvSpPr>
          <p:cNvPr id="127" name="Google Shape;127;p7"/>
          <p:cNvSpPr>
            <a:spLocks noGrp="1"/>
          </p:cNvSpPr>
          <p:nvPr>
            <p:ph type="pic" idx="2"/>
          </p:nvPr>
        </p:nvSpPr>
        <p:spPr>
          <a:xfrm>
            <a:off x="9791075" y="2507525"/>
            <a:ext cx="7453200" cy="5235000"/>
          </a:xfrm>
          <a:prstGeom prst="rect">
            <a:avLst/>
          </a:prstGeom>
          <a:noFill/>
          <a:ln>
            <a:noFill/>
          </a:ln>
        </p:spPr>
      </p:sp>
      <p:cxnSp>
        <p:nvCxnSpPr>
          <p:cNvPr id="128" name="Google Shape;128;p7"/>
          <p:cNvCxnSpPr/>
          <p:nvPr/>
        </p:nvCxnSpPr>
        <p:spPr>
          <a:xfrm>
            <a:off x="-9525" y="1357071"/>
            <a:ext cx="18288000" cy="0"/>
          </a:xfrm>
          <a:prstGeom prst="straightConnector1">
            <a:avLst/>
          </a:prstGeom>
          <a:noFill/>
          <a:ln w="19050" cap="flat" cmpd="sng">
            <a:solidFill>
              <a:srgbClr val="333333"/>
            </a:solidFill>
            <a:prstDash val="solid"/>
            <a:round/>
            <a:headEnd type="none" w="sm" len="sm"/>
            <a:tailEnd type="none" w="sm" len="sm"/>
          </a:ln>
        </p:spPr>
      </p:cxnSp>
      <p:grpSp>
        <p:nvGrpSpPr>
          <p:cNvPr id="129" name="Google Shape;129;p7"/>
          <p:cNvGrpSpPr/>
          <p:nvPr/>
        </p:nvGrpSpPr>
        <p:grpSpPr>
          <a:xfrm>
            <a:off x="708480" y="4564057"/>
            <a:ext cx="4747644" cy="478409"/>
            <a:chOff x="0" y="-38100"/>
            <a:chExt cx="1250400" cy="126000"/>
          </a:xfrm>
        </p:grpSpPr>
        <p:sp>
          <p:nvSpPr>
            <p:cNvPr id="130" name="Google Shape;130;p7"/>
            <p:cNvSpPr/>
            <p:nvPr/>
          </p:nvSpPr>
          <p:spPr>
            <a:xfrm>
              <a:off x="0" y="0"/>
              <a:ext cx="1250389" cy="87858"/>
            </a:xfrm>
            <a:custGeom>
              <a:avLst/>
              <a:gdLst/>
              <a:ahLst/>
              <a:cxnLst/>
              <a:rect l="l" t="t" r="r" b="b"/>
              <a:pathLst>
                <a:path w="1250389" h="87858" extrusionOk="0">
                  <a:moveTo>
                    <a:pt x="0" y="0"/>
                  </a:moveTo>
                  <a:lnTo>
                    <a:pt x="1250389" y="0"/>
                  </a:lnTo>
                  <a:lnTo>
                    <a:pt x="1250389" y="87858"/>
                  </a:lnTo>
                  <a:lnTo>
                    <a:pt x="0" y="87858"/>
                  </a:lnTo>
                  <a:close/>
                </a:path>
              </a:pathLst>
            </a:custGeom>
            <a:solidFill>
              <a:srgbClr val="596548"/>
            </a:solidFill>
            <a:ln>
              <a:noFill/>
            </a:ln>
          </p:spPr>
        </p:sp>
        <p:sp>
          <p:nvSpPr>
            <p:cNvPr id="131" name="Google Shape;131;p7"/>
            <p:cNvSpPr txBox="1"/>
            <p:nvPr/>
          </p:nvSpPr>
          <p:spPr>
            <a:xfrm>
              <a:off x="0" y="-38100"/>
              <a:ext cx="1250400" cy="126000"/>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132" name="Google Shape;132;p7"/>
          <p:cNvSpPr txBox="1">
            <a:spLocks noGrp="1"/>
          </p:cNvSpPr>
          <p:nvPr>
            <p:ph type="body" idx="1"/>
          </p:nvPr>
        </p:nvSpPr>
        <p:spPr>
          <a:xfrm>
            <a:off x="670013" y="766213"/>
            <a:ext cx="5496600" cy="413100"/>
          </a:xfrm>
          <a:prstGeom prst="rect">
            <a:avLst/>
          </a:prstGeom>
        </p:spPr>
        <p:txBody>
          <a:bodyPr spcFirstLastPara="1" wrap="square" lIns="0" tIns="0" rIns="0" bIns="0" anchor="t" anchorCtr="0">
            <a:noAutofit/>
          </a:bodyPr>
          <a:lstStyle>
            <a:lvl1pPr marL="457200" lvl="0" indent="-361950" rtl="0">
              <a:spcBef>
                <a:spcPts val="640"/>
              </a:spcBef>
              <a:spcAft>
                <a:spcPts val="0"/>
              </a:spcAft>
              <a:buClr>
                <a:schemeClr val="lt2"/>
              </a:buClr>
              <a:buSzPts val="2100"/>
              <a:buChar char="•"/>
              <a:defRPr sz="2100" b="0">
                <a:solidFill>
                  <a:schemeClr val="lt2"/>
                </a:solidFill>
              </a:defRPr>
            </a:lvl1pPr>
            <a:lvl2pPr marL="914400" lvl="1" indent="-361950" rtl="0">
              <a:spcBef>
                <a:spcPts val="560"/>
              </a:spcBef>
              <a:spcAft>
                <a:spcPts val="0"/>
              </a:spcAft>
              <a:buClr>
                <a:schemeClr val="lt2"/>
              </a:buClr>
              <a:buSzPts val="2100"/>
              <a:buChar char="–"/>
              <a:defRPr>
                <a:solidFill>
                  <a:schemeClr val="lt2"/>
                </a:solidFill>
              </a:defRPr>
            </a:lvl2pPr>
            <a:lvl3pPr marL="1371600" lvl="2" indent="-361950" rtl="0">
              <a:spcBef>
                <a:spcPts val="480"/>
              </a:spcBef>
              <a:spcAft>
                <a:spcPts val="0"/>
              </a:spcAft>
              <a:buClr>
                <a:schemeClr val="lt2"/>
              </a:buClr>
              <a:buSzPts val="2100"/>
              <a:buChar char="•"/>
              <a:defRPr>
                <a:solidFill>
                  <a:schemeClr val="lt2"/>
                </a:solidFill>
              </a:defRPr>
            </a:lvl3pPr>
            <a:lvl4pPr marL="1828800" lvl="3" indent="-361950" rtl="0">
              <a:spcBef>
                <a:spcPts val="400"/>
              </a:spcBef>
              <a:spcAft>
                <a:spcPts val="0"/>
              </a:spcAft>
              <a:buClr>
                <a:schemeClr val="lt2"/>
              </a:buClr>
              <a:buSzPts val="2100"/>
              <a:buChar char="–"/>
              <a:defRPr>
                <a:solidFill>
                  <a:schemeClr val="lt2"/>
                </a:solidFill>
              </a:defRPr>
            </a:lvl4pPr>
            <a:lvl5pPr marL="2286000" lvl="4" indent="-361950" rtl="0">
              <a:spcBef>
                <a:spcPts val="400"/>
              </a:spcBef>
              <a:spcAft>
                <a:spcPts val="0"/>
              </a:spcAft>
              <a:buClr>
                <a:schemeClr val="lt2"/>
              </a:buClr>
              <a:buSzPts val="2100"/>
              <a:buChar char="»"/>
              <a:defRPr>
                <a:solidFill>
                  <a:schemeClr val="lt2"/>
                </a:solidFill>
              </a:defRPr>
            </a:lvl5pPr>
            <a:lvl6pPr marL="2743200" lvl="5" indent="-361950" rtl="0">
              <a:spcBef>
                <a:spcPts val="400"/>
              </a:spcBef>
              <a:spcAft>
                <a:spcPts val="0"/>
              </a:spcAft>
              <a:buClr>
                <a:schemeClr val="lt2"/>
              </a:buClr>
              <a:buSzPts val="2100"/>
              <a:buChar char="•"/>
              <a:defRPr>
                <a:solidFill>
                  <a:schemeClr val="lt2"/>
                </a:solidFill>
              </a:defRPr>
            </a:lvl6pPr>
            <a:lvl7pPr marL="3200400" lvl="6" indent="-361950" rtl="0">
              <a:spcBef>
                <a:spcPts val="400"/>
              </a:spcBef>
              <a:spcAft>
                <a:spcPts val="0"/>
              </a:spcAft>
              <a:buClr>
                <a:schemeClr val="lt2"/>
              </a:buClr>
              <a:buSzPts val="2100"/>
              <a:buChar char="•"/>
              <a:defRPr>
                <a:solidFill>
                  <a:schemeClr val="lt2"/>
                </a:solidFill>
              </a:defRPr>
            </a:lvl7pPr>
            <a:lvl8pPr marL="3657600" lvl="7" indent="-361950" rtl="0">
              <a:spcBef>
                <a:spcPts val="400"/>
              </a:spcBef>
              <a:spcAft>
                <a:spcPts val="0"/>
              </a:spcAft>
              <a:buClr>
                <a:schemeClr val="lt2"/>
              </a:buClr>
              <a:buSzPts val="2100"/>
              <a:buChar char="•"/>
              <a:defRPr>
                <a:solidFill>
                  <a:schemeClr val="lt2"/>
                </a:solidFill>
              </a:defRPr>
            </a:lvl8pPr>
            <a:lvl9pPr marL="4114800" lvl="8" indent="-361950" rtl="0">
              <a:spcBef>
                <a:spcPts val="400"/>
              </a:spcBef>
              <a:spcAft>
                <a:spcPts val="0"/>
              </a:spcAft>
              <a:buClr>
                <a:schemeClr val="lt2"/>
              </a:buClr>
              <a:buSzPts val="2100"/>
              <a:buChar char="•"/>
              <a:defRPr>
                <a:solidFill>
                  <a:schemeClr val="lt2"/>
                </a:solidFill>
              </a:defRPr>
            </a:lvl9pPr>
          </a:lstStyle>
          <a:p>
            <a:endParaRPr/>
          </a:p>
        </p:txBody>
      </p:sp>
      <p:sp>
        <p:nvSpPr>
          <p:cNvPr id="133" name="Google Shape;133;p7"/>
          <p:cNvSpPr txBox="1">
            <a:spLocks noGrp="1"/>
          </p:cNvSpPr>
          <p:nvPr>
            <p:ph type="body" idx="3"/>
          </p:nvPr>
        </p:nvSpPr>
        <p:spPr>
          <a:xfrm>
            <a:off x="12617438" y="817225"/>
            <a:ext cx="5019600" cy="362100"/>
          </a:xfrm>
          <a:prstGeom prst="rect">
            <a:avLst/>
          </a:prstGeom>
        </p:spPr>
        <p:txBody>
          <a:bodyPr spcFirstLastPara="1" wrap="square" lIns="0" tIns="0" rIns="0" bIns="0" anchor="t" anchorCtr="0">
            <a:noAutofit/>
          </a:bodyPr>
          <a:lstStyle>
            <a:lvl1pPr marL="457200" lvl="0" indent="-361950" algn="r" rtl="0">
              <a:spcBef>
                <a:spcPts val="640"/>
              </a:spcBef>
              <a:spcAft>
                <a:spcPts val="0"/>
              </a:spcAft>
              <a:buClr>
                <a:schemeClr val="lt2"/>
              </a:buClr>
              <a:buSzPts val="2100"/>
              <a:buChar char="•"/>
              <a:defRPr sz="2100" b="0">
                <a:solidFill>
                  <a:schemeClr val="lt2"/>
                </a:solidFill>
              </a:defRPr>
            </a:lvl1pPr>
            <a:lvl2pPr marL="914400" lvl="1" indent="-361950" algn="r" rtl="0">
              <a:spcBef>
                <a:spcPts val="560"/>
              </a:spcBef>
              <a:spcAft>
                <a:spcPts val="0"/>
              </a:spcAft>
              <a:buClr>
                <a:schemeClr val="lt2"/>
              </a:buClr>
              <a:buSzPts val="2100"/>
              <a:buChar char="–"/>
              <a:defRPr>
                <a:solidFill>
                  <a:schemeClr val="lt2"/>
                </a:solidFill>
              </a:defRPr>
            </a:lvl2pPr>
            <a:lvl3pPr marL="1371600" lvl="2" indent="-361950" algn="r" rtl="0">
              <a:spcBef>
                <a:spcPts val="480"/>
              </a:spcBef>
              <a:spcAft>
                <a:spcPts val="0"/>
              </a:spcAft>
              <a:buClr>
                <a:schemeClr val="lt2"/>
              </a:buClr>
              <a:buSzPts val="2100"/>
              <a:buChar char="•"/>
              <a:defRPr>
                <a:solidFill>
                  <a:schemeClr val="lt2"/>
                </a:solidFill>
              </a:defRPr>
            </a:lvl3pPr>
            <a:lvl4pPr marL="1828800" lvl="3" indent="-361950" algn="r" rtl="0">
              <a:spcBef>
                <a:spcPts val="400"/>
              </a:spcBef>
              <a:spcAft>
                <a:spcPts val="0"/>
              </a:spcAft>
              <a:buClr>
                <a:schemeClr val="lt2"/>
              </a:buClr>
              <a:buSzPts val="2100"/>
              <a:buChar char="–"/>
              <a:defRPr>
                <a:solidFill>
                  <a:schemeClr val="lt2"/>
                </a:solidFill>
              </a:defRPr>
            </a:lvl4pPr>
            <a:lvl5pPr marL="2286000" lvl="4" indent="-361950" algn="r" rtl="0">
              <a:spcBef>
                <a:spcPts val="400"/>
              </a:spcBef>
              <a:spcAft>
                <a:spcPts val="0"/>
              </a:spcAft>
              <a:buClr>
                <a:schemeClr val="lt2"/>
              </a:buClr>
              <a:buSzPts val="2100"/>
              <a:buChar char="»"/>
              <a:defRPr>
                <a:solidFill>
                  <a:schemeClr val="lt2"/>
                </a:solidFill>
              </a:defRPr>
            </a:lvl5pPr>
            <a:lvl6pPr marL="2743200" lvl="5" indent="-361950" algn="r" rtl="0">
              <a:spcBef>
                <a:spcPts val="400"/>
              </a:spcBef>
              <a:spcAft>
                <a:spcPts val="0"/>
              </a:spcAft>
              <a:buClr>
                <a:schemeClr val="lt2"/>
              </a:buClr>
              <a:buSzPts val="2100"/>
              <a:buChar char="•"/>
              <a:defRPr>
                <a:solidFill>
                  <a:schemeClr val="lt2"/>
                </a:solidFill>
              </a:defRPr>
            </a:lvl6pPr>
            <a:lvl7pPr marL="3200400" lvl="6" indent="-361950" algn="r" rtl="0">
              <a:spcBef>
                <a:spcPts val="400"/>
              </a:spcBef>
              <a:spcAft>
                <a:spcPts val="0"/>
              </a:spcAft>
              <a:buClr>
                <a:schemeClr val="lt2"/>
              </a:buClr>
              <a:buSzPts val="2100"/>
              <a:buChar char="•"/>
              <a:defRPr>
                <a:solidFill>
                  <a:schemeClr val="lt2"/>
                </a:solidFill>
              </a:defRPr>
            </a:lvl7pPr>
            <a:lvl8pPr marL="3657600" lvl="7" indent="-361950" algn="r" rtl="0">
              <a:spcBef>
                <a:spcPts val="400"/>
              </a:spcBef>
              <a:spcAft>
                <a:spcPts val="0"/>
              </a:spcAft>
              <a:buClr>
                <a:schemeClr val="lt2"/>
              </a:buClr>
              <a:buSzPts val="2100"/>
              <a:buChar char="•"/>
              <a:defRPr>
                <a:solidFill>
                  <a:schemeClr val="lt2"/>
                </a:solidFill>
              </a:defRPr>
            </a:lvl8pPr>
            <a:lvl9pPr marL="4114800" lvl="8" indent="-361950" algn="r" rtl="0">
              <a:spcBef>
                <a:spcPts val="400"/>
              </a:spcBef>
              <a:spcAft>
                <a:spcPts val="0"/>
              </a:spcAft>
              <a:buClr>
                <a:schemeClr val="lt2"/>
              </a:buClr>
              <a:buSzPts val="2100"/>
              <a:buChar char="•"/>
              <a:defRPr>
                <a:solidFill>
                  <a:schemeClr val="lt2"/>
                </a:solidFill>
              </a:defRPr>
            </a:lvl9pPr>
          </a:lstStyle>
          <a:p>
            <a:endParaRPr/>
          </a:p>
        </p:txBody>
      </p:sp>
      <p:sp>
        <p:nvSpPr>
          <p:cNvPr id="134" name="Google Shape;134;p7"/>
          <p:cNvSpPr txBox="1">
            <a:spLocks noGrp="1"/>
          </p:cNvSpPr>
          <p:nvPr>
            <p:ph type="title"/>
          </p:nvPr>
        </p:nvSpPr>
        <p:spPr>
          <a:xfrm>
            <a:off x="670025" y="3061275"/>
            <a:ext cx="9120900" cy="1259700"/>
          </a:xfrm>
          <a:prstGeom prst="rect">
            <a:avLst/>
          </a:prstGeom>
        </p:spPr>
        <p:txBody>
          <a:bodyPr spcFirstLastPara="1" wrap="square" lIns="0" tIns="0" rIns="0" bIns="0" anchor="t" anchorCtr="0">
            <a:noAutofit/>
          </a:bodyPr>
          <a:lstStyle>
            <a:lvl1pPr lvl="0">
              <a:spcBef>
                <a:spcPts val="0"/>
              </a:spcBef>
              <a:spcAft>
                <a:spcPts val="0"/>
              </a:spcAft>
              <a:buSzPts val="11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35" name="Google Shape;135;p7"/>
          <p:cNvSpPr txBox="1">
            <a:spLocks noGrp="1"/>
          </p:cNvSpPr>
          <p:nvPr>
            <p:ph type="body" idx="4"/>
          </p:nvPr>
        </p:nvSpPr>
        <p:spPr>
          <a:xfrm>
            <a:off x="744325" y="5466050"/>
            <a:ext cx="8187600" cy="2276400"/>
          </a:xfrm>
          <a:prstGeom prst="rect">
            <a:avLst/>
          </a:prstGeom>
        </p:spPr>
        <p:txBody>
          <a:bodyPr spcFirstLastPara="1" wrap="square" lIns="0" tIns="0" rIns="0" bIns="0" anchor="t" anchorCtr="0">
            <a:noAutofit/>
          </a:bodyPr>
          <a:lstStyle>
            <a:lvl1pPr marL="457200" lvl="0" indent="-361950">
              <a:spcBef>
                <a:spcPts val="640"/>
              </a:spcBef>
              <a:spcAft>
                <a:spcPts val="0"/>
              </a:spcAft>
              <a:buSzPts val="2100"/>
              <a:buChar char="•"/>
              <a:defRPr sz="2100" b="0"/>
            </a:lvl1pPr>
            <a:lvl2pPr marL="914400" lvl="1" indent="-361950">
              <a:spcBef>
                <a:spcPts val="560"/>
              </a:spcBef>
              <a:spcAft>
                <a:spcPts val="0"/>
              </a:spcAft>
              <a:buSzPts val="2100"/>
              <a:buChar char="–"/>
              <a:defRPr/>
            </a:lvl2pPr>
            <a:lvl3pPr marL="1371600" lvl="2" indent="-361950">
              <a:spcBef>
                <a:spcPts val="480"/>
              </a:spcBef>
              <a:spcAft>
                <a:spcPts val="0"/>
              </a:spcAft>
              <a:buSzPts val="2100"/>
              <a:buChar char="•"/>
              <a:defRPr/>
            </a:lvl3pPr>
            <a:lvl4pPr marL="1828800" lvl="3" indent="-361950">
              <a:spcBef>
                <a:spcPts val="400"/>
              </a:spcBef>
              <a:spcAft>
                <a:spcPts val="0"/>
              </a:spcAft>
              <a:buSzPts val="2100"/>
              <a:buChar char="–"/>
              <a:defRPr/>
            </a:lvl4pPr>
            <a:lvl5pPr marL="2286000" lvl="4" indent="-361950">
              <a:spcBef>
                <a:spcPts val="400"/>
              </a:spcBef>
              <a:spcAft>
                <a:spcPts val="0"/>
              </a:spcAft>
              <a:buSzPts val="2100"/>
              <a:buChar char="»"/>
              <a:defRPr/>
            </a:lvl5pPr>
            <a:lvl6pPr marL="2743200" lvl="5" indent="-361950">
              <a:spcBef>
                <a:spcPts val="400"/>
              </a:spcBef>
              <a:spcAft>
                <a:spcPts val="0"/>
              </a:spcAft>
              <a:buSzPts val="2100"/>
              <a:buChar char="•"/>
              <a:defRPr/>
            </a:lvl6pPr>
            <a:lvl7pPr marL="3200400" lvl="6" indent="-361950">
              <a:spcBef>
                <a:spcPts val="400"/>
              </a:spcBef>
              <a:spcAft>
                <a:spcPts val="0"/>
              </a:spcAft>
              <a:buSzPts val="2100"/>
              <a:buChar char="•"/>
              <a:defRPr/>
            </a:lvl7pPr>
            <a:lvl8pPr marL="3657600" lvl="7" indent="-361950">
              <a:spcBef>
                <a:spcPts val="400"/>
              </a:spcBef>
              <a:spcAft>
                <a:spcPts val="0"/>
              </a:spcAft>
              <a:buSzPts val="2100"/>
              <a:buChar char="•"/>
              <a:defRPr/>
            </a:lvl8pPr>
            <a:lvl9pPr marL="4114800" lvl="8" indent="-361950">
              <a:spcBef>
                <a:spcPts val="400"/>
              </a:spcBef>
              <a:spcAft>
                <a:spcPts val="0"/>
              </a:spcAft>
              <a:buSzPts val="2100"/>
              <a:buChar char="•"/>
              <a:defRPr/>
            </a:lvl9pPr>
          </a:lstStyle>
          <a:p>
            <a:endParaRPr/>
          </a:p>
        </p:txBody>
      </p:sp>
      <p:sp>
        <p:nvSpPr>
          <p:cNvPr id="136" name="Google Shape;136;p7"/>
          <p:cNvSpPr txBox="1"/>
          <p:nvPr/>
        </p:nvSpPr>
        <p:spPr>
          <a:xfrm>
            <a:off x="8741225" y="9016050"/>
            <a:ext cx="763500" cy="3621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US" sz="2400" b="1">
                <a:solidFill>
                  <a:schemeClr val="dk1"/>
                </a:solidFill>
                <a:latin typeface="Playfair Display"/>
                <a:ea typeface="Playfair Display"/>
                <a:cs typeface="Playfair Display"/>
                <a:sym typeface="Playfair Display"/>
              </a:rPr>
              <a:t>00</a:t>
            </a:r>
            <a:endParaRPr sz="2400" b="1">
              <a:solidFill>
                <a:schemeClr val="lt2"/>
              </a:solidFill>
              <a:latin typeface="Playfair Display"/>
              <a:ea typeface="Playfair Display"/>
              <a:cs typeface="Playfair Display"/>
              <a:sym typeface="Playfair Display"/>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ver Slide">
  <p:cSld name="CUSTOM">
    <p:spTree>
      <p:nvGrpSpPr>
        <p:cNvPr id="1" name="Shape 137"/>
        <p:cNvGrpSpPr/>
        <p:nvPr/>
      </p:nvGrpSpPr>
      <p:grpSpPr>
        <a:xfrm>
          <a:off x="0" y="0"/>
          <a:ext cx="0" cy="0"/>
          <a:chOff x="0" y="0"/>
          <a:chExt cx="0" cy="0"/>
        </a:xfrm>
      </p:grpSpPr>
      <p:grpSp>
        <p:nvGrpSpPr>
          <p:cNvPr id="138" name="Google Shape;138;p8"/>
          <p:cNvGrpSpPr/>
          <p:nvPr/>
        </p:nvGrpSpPr>
        <p:grpSpPr>
          <a:xfrm>
            <a:off x="0" y="-180827"/>
            <a:ext cx="18288118" cy="866149"/>
            <a:chOff x="0" y="-47625"/>
            <a:chExt cx="4816592" cy="228120"/>
          </a:xfrm>
        </p:grpSpPr>
        <p:sp>
          <p:nvSpPr>
            <p:cNvPr id="139" name="Google Shape;139;p8"/>
            <p:cNvSpPr/>
            <p:nvPr/>
          </p:nvSpPr>
          <p:spPr>
            <a:xfrm>
              <a:off x="0" y="0"/>
              <a:ext cx="4816592" cy="180495"/>
            </a:xfrm>
            <a:custGeom>
              <a:avLst/>
              <a:gdLst/>
              <a:ahLst/>
              <a:cxnLst/>
              <a:rect l="l" t="t" r="r" b="b"/>
              <a:pathLst>
                <a:path w="4816592" h="180495" extrusionOk="0">
                  <a:moveTo>
                    <a:pt x="0" y="0"/>
                  </a:moveTo>
                  <a:lnTo>
                    <a:pt x="4816592" y="0"/>
                  </a:lnTo>
                  <a:lnTo>
                    <a:pt x="4816592" y="180495"/>
                  </a:lnTo>
                  <a:lnTo>
                    <a:pt x="0" y="180495"/>
                  </a:lnTo>
                  <a:close/>
                </a:path>
              </a:pathLst>
            </a:custGeom>
            <a:solidFill>
              <a:srgbClr val="333333"/>
            </a:solidFill>
            <a:ln>
              <a:noFill/>
            </a:ln>
          </p:spPr>
        </p:sp>
        <p:sp>
          <p:nvSpPr>
            <p:cNvPr id="140" name="Google Shape;140;p8"/>
            <p:cNvSpPr txBox="1"/>
            <p:nvPr/>
          </p:nvSpPr>
          <p:spPr>
            <a:xfrm>
              <a:off x="0" y="-47625"/>
              <a:ext cx="4816500" cy="228000"/>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41" name="Google Shape;141;p8"/>
          <p:cNvGrpSpPr/>
          <p:nvPr/>
        </p:nvGrpSpPr>
        <p:grpSpPr>
          <a:xfrm>
            <a:off x="0" y="0"/>
            <a:ext cx="18288118" cy="10287066"/>
            <a:chOff x="0" y="0"/>
            <a:chExt cx="4816592" cy="2709333"/>
          </a:xfrm>
        </p:grpSpPr>
        <p:sp>
          <p:nvSpPr>
            <p:cNvPr id="142" name="Google Shape;142;p8"/>
            <p:cNvSpPr/>
            <p:nvPr/>
          </p:nvSpPr>
          <p:spPr>
            <a:xfrm>
              <a:off x="0" y="0"/>
              <a:ext cx="4816592" cy="2709333"/>
            </a:xfrm>
            <a:custGeom>
              <a:avLst/>
              <a:gdLst/>
              <a:ahLst/>
              <a:cxnLst/>
              <a:rect l="l" t="t" r="r" b="b"/>
              <a:pathLst>
                <a:path w="4816592" h="2709333" extrusionOk="0">
                  <a:moveTo>
                    <a:pt x="0" y="0"/>
                  </a:moveTo>
                  <a:lnTo>
                    <a:pt x="4816592" y="0"/>
                  </a:lnTo>
                  <a:lnTo>
                    <a:pt x="4816592" y="2709333"/>
                  </a:lnTo>
                  <a:lnTo>
                    <a:pt x="0" y="2709333"/>
                  </a:lnTo>
                  <a:close/>
                </a:path>
              </a:pathLst>
            </a:custGeom>
            <a:solidFill>
              <a:srgbClr val="000000">
                <a:alpha val="0"/>
              </a:srgbClr>
            </a:solidFill>
            <a:ln w="19050" cap="sq" cmpd="sng">
              <a:solidFill>
                <a:srgbClr val="000000"/>
              </a:solidFill>
              <a:prstDash val="solid"/>
              <a:miter lim="8000"/>
              <a:headEnd type="none" w="sm" len="sm"/>
              <a:tailEnd type="none" w="sm" len="sm"/>
            </a:ln>
          </p:spPr>
        </p:sp>
        <p:sp>
          <p:nvSpPr>
            <p:cNvPr id="143" name="Google Shape;143;p8"/>
            <p:cNvSpPr txBox="1"/>
            <p:nvPr/>
          </p:nvSpPr>
          <p:spPr>
            <a:xfrm>
              <a:off x="0" y="0"/>
              <a:ext cx="4816500" cy="2709300"/>
            </a:xfrm>
            <a:prstGeom prst="rect">
              <a:avLst/>
            </a:prstGeom>
            <a:noFill/>
            <a:ln>
              <a:noFill/>
            </a:ln>
          </p:spPr>
          <p:txBody>
            <a:bodyPr spcFirstLastPara="1" wrap="square" lIns="50800" tIns="50800" rIns="50800" bIns="50800" anchor="ctr" anchorCtr="0">
              <a:noAutofit/>
            </a:bodyPr>
            <a:lstStyle/>
            <a:p>
              <a:pPr marL="0" marR="0" lvl="0" indent="0" algn="l" rtl="0">
                <a:lnSpc>
                  <a:spcPct val="733333"/>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cxnSp>
        <p:nvCxnSpPr>
          <p:cNvPr id="144" name="Google Shape;144;p8"/>
          <p:cNvCxnSpPr/>
          <p:nvPr/>
        </p:nvCxnSpPr>
        <p:spPr>
          <a:xfrm>
            <a:off x="-19050" y="6033520"/>
            <a:ext cx="18307200" cy="0"/>
          </a:xfrm>
          <a:prstGeom prst="straightConnector1">
            <a:avLst/>
          </a:prstGeom>
          <a:noFill/>
          <a:ln w="19050" cap="flat" cmpd="sng">
            <a:solidFill>
              <a:srgbClr val="333333"/>
            </a:solidFill>
            <a:prstDash val="solid"/>
            <a:round/>
            <a:headEnd type="none" w="sm" len="sm"/>
            <a:tailEnd type="none" w="sm" len="sm"/>
          </a:ln>
        </p:spPr>
      </p:cxnSp>
      <p:cxnSp>
        <p:nvCxnSpPr>
          <p:cNvPr id="145" name="Google Shape;145;p8"/>
          <p:cNvCxnSpPr/>
          <p:nvPr/>
        </p:nvCxnSpPr>
        <p:spPr>
          <a:xfrm>
            <a:off x="0" y="9525"/>
            <a:ext cx="18288000" cy="0"/>
          </a:xfrm>
          <a:prstGeom prst="straightConnector1">
            <a:avLst/>
          </a:prstGeom>
          <a:noFill/>
          <a:ln w="19050" cap="flat" cmpd="sng">
            <a:solidFill>
              <a:srgbClr val="333333"/>
            </a:solidFill>
            <a:prstDash val="solid"/>
            <a:round/>
            <a:headEnd type="none" w="sm" len="sm"/>
            <a:tailEnd type="none" w="sm" len="sm"/>
          </a:ln>
        </p:spPr>
      </p:cxnSp>
      <p:sp>
        <p:nvSpPr>
          <p:cNvPr id="146" name="Google Shape;146;p8"/>
          <p:cNvSpPr>
            <a:spLocks noGrp="1"/>
          </p:cNvSpPr>
          <p:nvPr>
            <p:ph type="pic" idx="2"/>
          </p:nvPr>
        </p:nvSpPr>
        <p:spPr>
          <a:xfrm>
            <a:off x="-19075" y="690900"/>
            <a:ext cx="18288000" cy="5322000"/>
          </a:xfrm>
          <a:prstGeom prst="rect">
            <a:avLst/>
          </a:prstGeom>
          <a:noFill/>
          <a:ln>
            <a:noFill/>
          </a:ln>
        </p:spPr>
      </p:sp>
      <p:cxnSp>
        <p:nvCxnSpPr>
          <p:cNvPr id="147" name="Google Shape;147;p8"/>
          <p:cNvCxnSpPr/>
          <p:nvPr/>
        </p:nvCxnSpPr>
        <p:spPr>
          <a:xfrm>
            <a:off x="0" y="675792"/>
            <a:ext cx="18288000" cy="0"/>
          </a:xfrm>
          <a:prstGeom prst="straightConnector1">
            <a:avLst/>
          </a:prstGeom>
          <a:noFill/>
          <a:ln w="19050" cap="flat" cmpd="sng">
            <a:solidFill>
              <a:srgbClr val="333333"/>
            </a:solidFill>
            <a:prstDash val="solid"/>
            <a:round/>
            <a:headEnd type="none" w="sm" len="sm"/>
            <a:tailEnd type="none" w="sm" len="sm"/>
          </a:ln>
        </p:spPr>
      </p:cxnSp>
      <p:sp>
        <p:nvSpPr>
          <p:cNvPr id="148" name="Google Shape;148;p8"/>
          <p:cNvSpPr txBox="1">
            <a:spLocks noGrp="1"/>
          </p:cNvSpPr>
          <p:nvPr>
            <p:ph type="title"/>
          </p:nvPr>
        </p:nvSpPr>
        <p:spPr>
          <a:xfrm>
            <a:off x="190850" y="6244725"/>
            <a:ext cx="17768400" cy="3778800"/>
          </a:xfrm>
          <a:prstGeom prst="rect">
            <a:avLst/>
          </a:prstGeom>
        </p:spPr>
        <p:txBody>
          <a:bodyPr spcFirstLastPara="1" wrap="square" lIns="0" tIns="0" rIns="0" bIns="0" anchor="t" anchorCtr="0">
            <a:noAutofit/>
          </a:bodyPr>
          <a:lstStyle>
            <a:lvl1pPr lvl="0" algn="ctr">
              <a:spcBef>
                <a:spcPts val="0"/>
              </a:spcBef>
              <a:spcAft>
                <a:spcPts val="0"/>
              </a:spcAft>
              <a:buSzPts val="25000"/>
              <a:buNone/>
              <a:defRPr sz="25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49" name="Google Shape;149;p8"/>
          <p:cNvSpPr txBox="1">
            <a:spLocks noGrp="1"/>
          </p:cNvSpPr>
          <p:nvPr>
            <p:ph type="body" idx="1"/>
          </p:nvPr>
        </p:nvSpPr>
        <p:spPr>
          <a:xfrm>
            <a:off x="706150" y="143663"/>
            <a:ext cx="5496600" cy="413100"/>
          </a:xfrm>
          <a:prstGeom prst="rect">
            <a:avLst/>
          </a:prstGeom>
        </p:spPr>
        <p:txBody>
          <a:bodyPr spcFirstLastPara="1" wrap="square" lIns="0" tIns="0" rIns="0" bIns="0" anchor="t" anchorCtr="0">
            <a:noAutofit/>
          </a:bodyPr>
          <a:lstStyle>
            <a:lvl1pPr marL="457200" lvl="0" indent="-361950">
              <a:spcBef>
                <a:spcPts val="640"/>
              </a:spcBef>
              <a:spcAft>
                <a:spcPts val="0"/>
              </a:spcAft>
              <a:buClr>
                <a:srgbClr val="BFCDAC"/>
              </a:buClr>
              <a:buSzPts val="2100"/>
              <a:buChar char="•"/>
              <a:defRPr sz="2100" b="0">
                <a:solidFill>
                  <a:srgbClr val="BFCDAC"/>
                </a:solidFill>
              </a:defRPr>
            </a:lvl1pPr>
            <a:lvl2pPr marL="914400" lvl="1" indent="-361950">
              <a:spcBef>
                <a:spcPts val="560"/>
              </a:spcBef>
              <a:spcAft>
                <a:spcPts val="0"/>
              </a:spcAft>
              <a:buClr>
                <a:schemeClr val="accent1"/>
              </a:buClr>
              <a:buSzPts val="2100"/>
              <a:buChar char="–"/>
              <a:defRPr>
                <a:solidFill>
                  <a:schemeClr val="accent1"/>
                </a:solidFill>
              </a:defRPr>
            </a:lvl2pPr>
            <a:lvl3pPr marL="1371600" lvl="2" indent="-361950">
              <a:spcBef>
                <a:spcPts val="480"/>
              </a:spcBef>
              <a:spcAft>
                <a:spcPts val="0"/>
              </a:spcAft>
              <a:buClr>
                <a:schemeClr val="accent1"/>
              </a:buClr>
              <a:buSzPts val="2100"/>
              <a:buChar char="•"/>
              <a:defRPr>
                <a:solidFill>
                  <a:schemeClr val="accent1"/>
                </a:solidFill>
              </a:defRPr>
            </a:lvl3pPr>
            <a:lvl4pPr marL="1828800" lvl="3" indent="-361950">
              <a:spcBef>
                <a:spcPts val="400"/>
              </a:spcBef>
              <a:spcAft>
                <a:spcPts val="0"/>
              </a:spcAft>
              <a:buClr>
                <a:schemeClr val="accent1"/>
              </a:buClr>
              <a:buSzPts val="2100"/>
              <a:buChar char="–"/>
              <a:defRPr>
                <a:solidFill>
                  <a:schemeClr val="accent1"/>
                </a:solidFill>
              </a:defRPr>
            </a:lvl4pPr>
            <a:lvl5pPr marL="2286000" lvl="4" indent="-361950">
              <a:spcBef>
                <a:spcPts val="400"/>
              </a:spcBef>
              <a:spcAft>
                <a:spcPts val="0"/>
              </a:spcAft>
              <a:buClr>
                <a:schemeClr val="accent1"/>
              </a:buClr>
              <a:buSzPts val="2100"/>
              <a:buChar char="»"/>
              <a:defRPr>
                <a:solidFill>
                  <a:schemeClr val="accent1"/>
                </a:solidFill>
              </a:defRPr>
            </a:lvl5pPr>
            <a:lvl6pPr marL="2743200" lvl="5" indent="-361950">
              <a:spcBef>
                <a:spcPts val="400"/>
              </a:spcBef>
              <a:spcAft>
                <a:spcPts val="0"/>
              </a:spcAft>
              <a:buClr>
                <a:schemeClr val="accent1"/>
              </a:buClr>
              <a:buSzPts val="2100"/>
              <a:buChar char="•"/>
              <a:defRPr>
                <a:solidFill>
                  <a:schemeClr val="accent1"/>
                </a:solidFill>
              </a:defRPr>
            </a:lvl6pPr>
            <a:lvl7pPr marL="3200400" lvl="6" indent="-361950">
              <a:spcBef>
                <a:spcPts val="400"/>
              </a:spcBef>
              <a:spcAft>
                <a:spcPts val="0"/>
              </a:spcAft>
              <a:buClr>
                <a:schemeClr val="accent1"/>
              </a:buClr>
              <a:buSzPts val="2100"/>
              <a:buChar char="•"/>
              <a:defRPr>
                <a:solidFill>
                  <a:schemeClr val="accent1"/>
                </a:solidFill>
              </a:defRPr>
            </a:lvl7pPr>
            <a:lvl8pPr marL="3657600" lvl="7" indent="-361950">
              <a:spcBef>
                <a:spcPts val="400"/>
              </a:spcBef>
              <a:spcAft>
                <a:spcPts val="0"/>
              </a:spcAft>
              <a:buClr>
                <a:schemeClr val="accent1"/>
              </a:buClr>
              <a:buSzPts val="2100"/>
              <a:buChar char="•"/>
              <a:defRPr>
                <a:solidFill>
                  <a:schemeClr val="accent1"/>
                </a:solidFill>
              </a:defRPr>
            </a:lvl8pPr>
            <a:lvl9pPr marL="4114800" lvl="8" indent="-361950">
              <a:spcBef>
                <a:spcPts val="400"/>
              </a:spcBef>
              <a:spcAft>
                <a:spcPts val="0"/>
              </a:spcAft>
              <a:buClr>
                <a:schemeClr val="accent1"/>
              </a:buClr>
              <a:buSzPts val="2100"/>
              <a:buChar char="•"/>
              <a:defRPr>
                <a:solidFill>
                  <a:schemeClr val="accent1"/>
                </a:solidFill>
              </a:defRPr>
            </a:lvl9pPr>
          </a:lstStyle>
          <a:p>
            <a:endParaRPr/>
          </a:p>
        </p:txBody>
      </p:sp>
      <p:sp>
        <p:nvSpPr>
          <p:cNvPr id="150" name="Google Shape;150;p8"/>
          <p:cNvSpPr txBox="1">
            <a:spLocks noGrp="1"/>
          </p:cNvSpPr>
          <p:nvPr>
            <p:ph type="body" idx="3"/>
          </p:nvPr>
        </p:nvSpPr>
        <p:spPr>
          <a:xfrm>
            <a:off x="12653575" y="194675"/>
            <a:ext cx="5019600" cy="362100"/>
          </a:xfrm>
          <a:prstGeom prst="rect">
            <a:avLst/>
          </a:prstGeom>
        </p:spPr>
        <p:txBody>
          <a:bodyPr spcFirstLastPara="1" wrap="square" lIns="0" tIns="0" rIns="0" bIns="0" anchor="t" anchorCtr="0">
            <a:noAutofit/>
          </a:bodyPr>
          <a:lstStyle>
            <a:lvl1pPr marL="457200" lvl="0" indent="-361950" algn="r">
              <a:spcBef>
                <a:spcPts val="640"/>
              </a:spcBef>
              <a:spcAft>
                <a:spcPts val="0"/>
              </a:spcAft>
              <a:buClr>
                <a:schemeClr val="accent1"/>
              </a:buClr>
              <a:buSzPts val="2100"/>
              <a:buChar char="•"/>
              <a:defRPr sz="2100" b="0">
                <a:solidFill>
                  <a:schemeClr val="accent1"/>
                </a:solidFill>
              </a:defRPr>
            </a:lvl1pPr>
            <a:lvl2pPr marL="914400" lvl="1" indent="-361950" algn="r">
              <a:spcBef>
                <a:spcPts val="560"/>
              </a:spcBef>
              <a:spcAft>
                <a:spcPts val="0"/>
              </a:spcAft>
              <a:buClr>
                <a:schemeClr val="accent1"/>
              </a:buClr>
              <a:buSzPts val="2100"/>
              <a:buChar char="–"/>
              <a:defRPr>
                <a:solidFill>
                  <a:schemeClr val="accent1"/>
                </a:solidFill>
              </a:defRPr>
            </a:lvl2pPr>
            <a:lvl3pPr marL="1371600" lvl="2" indent="-361950" algn="r">
              <a:spcBef>
                <a:spcPts val="480"/>
              </a:spcBef>
              <a:spcAft>
                <a:spcPts val="0"/>
              </a:spcAft>
              <a:buClr>
                <a:schemeClr val="accent1"/>
              </a:buClr>
              <a:buSzPts val="2100"/>
              <a:buChar char="•"/>
              <a:defRPr>
                <a:solidFill>
                  <a:schemeClr val="accent1"/>
                </a:solidFill>
              </a:defRPr>
            </a:lvl3pPr>
            <a:lvl4pPr marL="1828800" lvl="3" indent="-361950" algn="r">
              <a:spcBef>
                <a:spcPts val="400"/>
              </a:spcBef>
              <a:spcAft>
                <a:spcPts val="0"/>
              </a:spcAft>
              <a:buClr>
                <a:schemeClr val="accent1"/>
              </a:buClr>
              <a:buSzPts val="2100"/>
              <a:buChar char="–"/>
              <a:defRPr>
                <a:solidFill>
                  <a:schemeClr val="accent1"/>
                </a:solidFill>
              </a:defRPr>
            </a:lvl4pPr>
            <a:lvl5pPr marL="2286000" lvl="4" indent="-361950" algn="r">
              <a:spcBef>
                <a:spcPts val="400"/>
              </a:spcBef>
              <a:spcAft>
                <a:spcPts val="0"/>
              </a:spcAft>
              <a:buClr>
                <a:schemeClr val="accent1"/>
              </a:buClr>
              <a:buSzPts val="2100"/>
              <a:buChar char="»"/>
              <a:defRPr>
                <a:solidFill>
                  <a:schemeClr val="accent1"/>
                </a:solidFill>
              </a:defRPr>
            </a:lvl5pPr>
            <a:lvl6pPr marL="2743200" lvl="5" indent="-361950" algn="r">
              <a:spcBef>
                <a:spcPts val="400"/>
              </a:spcBef>
              <a:spcAft>
                <a:spcPts val="0"/>
              </a:spcAft>
              <a:buClr>
                <a:schemeClr val="accent1"/>
              </a:buClr>
              <a:buSzPts val="2100"/>
              <a:buChar char="•"/>
              <a:defRPr>
                <a:solidFill>
                  <a:schemeClr val="accent1"/>
                </a:solidFill>
              </a:defRPr>
            </a:lvl6pPr>
            <a:lvl7pPr marL="3200400" lvl="6" indent="-361950" algn="r">
              <a:spcBef>
                <a:spcPts val="400"/>
              </a:spcBef>
              <a:spcAft>
                <a:spcPts val="0"/>
              </a:spcAft>
              <a:buClr>
                <a:schemeClr val="accent1"/>
              </a:buClr>
              <a:buSzPts val="2100"/>
              <a:buChar char="•"/>
              <a:defRPr>
                <a:solidFill>
                  <a:schemeClr val="accent1"/>
                </a:solidFill>
              </a:defRPr>
            </a:lvl7pPr>
            <a:lvl8pPr marL="3657600" lvl="7" indent="-361950" algn="r">
              <a:spcBef>
                <a:spcPts val="400"/>
              </a:spcBef>
              <a:spcAft>
                <a:spcPts val="0"/>
              </a:spcAft>
              <a:buClr>
                <a:schemeClr val="accent1"/>
              </a:buClr>
              <a:buSzPts val="2100"/>
              <a:buChar char="•"/>
              <a:defRPr>
                <a:solidFill>
                  <a:schemeClr val="accent1"/>
                </a:solidFill>
              </a:defRPr>
            </a:lvl8pPr>
            <a:lvl9pPr marL="4114800" lvl="8" indent="-361950" algn="r">
              <a:spcBef>
                <a:spcPts val="400"/>
              </a:spcBef>
              <a:spcAft>
                <a:spcPts val="0"/>
              </a:spcAft>
              <a:buClr>
                <a:schemeClr val="accent1"/>
              </a:buClr>
              <a:buSzPts val="2100"/>
              <a:buChar char="•"/>
              <a:defRPr>
                <a:solidFill>
                  <a:schemeClr val="accent1"/>
                </a:solidFill>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1"/>
        <p:cNvGrpSpPr/>
        <p:nvPr/>
      </p:nvGrpSpPr>
      <p:grpSpPr>
        <a:xfrm>
          <a:off x="0" y="0"/>
          <a:ext cx="0" cy="0"/>
          <a:chOff x="0" y="0"/>
          <a:chExt cx="0" cy="0"/>
        </a:xfrm>
      </p:grpSpPr>
      <p:sp>
        <p:nvSpPr>
          <p:cNvPr id="152" name="Google Shape;152;p9"/>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53" name="Google Shape;153;p9"/>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154" name="Google Shape;154;p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5" name="Google Shape;155;p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6" name="Google Shape;156;p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57"/>
        <p:cNvGrpSpPr/>
        <p:nvPr/>
      </p:nvGrpSpPr>
      <p:grpSpPr>
        <a:xfrm>
          <a:off x="0" y="0"/>
          <a:ext cx="0" cy="0"/>
          <a:chOff x="0" y="0"/>
          <a:chExt cx="0" cy="0"/>
        </a:xfrm>
      </p:grpSpPr>
      <p:sp>
        <p:nvSpPr>
          <p:cNvPr id="158" name="Google Shape;158;p10"/>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59" name="Google Shape;159;p10"/>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160" name="Google Shape;160;p1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1" name="Google Shape;161;p1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2" name="Google Shape;162;p1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63"/>
        <p:cNvGrpSpPr/>
        <p:nvPr/>
      </p:nvGrpSpPr>
      <p:grpSpPr>
        <a:xfrm>
          <a:off x="0" y="0"/>
          <a:ext cx="0" cy="0"/>
          <a:chOff x="0" y="0"/>
          <a:chExt cx="0" cy="0"/>
        </a:xfrm>
      </p:grpSpPr>
      <p:sp>
        <p:nvSpPr>
          <p:cNvPr id="164" name="Google Shape;164;p11"/>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65" name="Google Shape;165;p11"/>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166" name="Google Shape;166;p1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7" name="Google Shape;167;p1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8" name="Google Shape;168;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169"/>
        <p:cNvGrpSpPr/>
        <p:nvPr/>
      </p:nvGrpSpPr>
      <p:grpSpPr>
        <a:xfrm>
          <a:off x="0" y="0"/>
          <a:ext cx="0" cy="0"/>
          <a:chOff x="0" y="0"/>
          <a:chExt cx="0" cy="0"/>
        </a:xfrm>
      </p:grpSpPr>
      <p:sp>
        <p:nvSpPr>
          <p:cNvPr id="170" name="Google Shape;170;p12"/>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1" name="Google Shape;171;p12"/>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172" name="Google Shape;172;p12"/>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173" name="Google Shape;173;p1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74" name="Google Shape;174;p1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75" name="Google Shape;175;p1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176"/>
        <p:cNvGrpSpPr/>
        <p:nvPr/>
      </p:nvGrpSpPr>
      <p:grpSpPr>
        <a:xfrm>
          <a:off x="0" y="0"/>
          <a:ext cx="0" cy="0"/>
          <a:chOff x="0" y="0"/>
          <a:chExt cx="0" cy="0"/>
        </a:xfrm>
      </p:grpSpPr>
      <p:sp>
        <p:nvSpPr>
          <p:cNvPr id="177" name="Google Shape;177;p13"/>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8" name="Google Shape;178;p13"/>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179" name="Google Shape;179;p13"/>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180" name="Google Shape;180;p13"/>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181" name="Google Shape;181;p13"/>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182" name="Google Shape;182;p1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83" name="Google Shape;183;p1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84" name="Google Shape;184;p1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85"/>
        <p:cNvGrpSpPr/>
        <p:nvPr/>
      </p:nvGrpSpPr>
      <p:grpSpPr>
        <a:xfrm>
          <a:off x="0" y="0"/>
          <a:ext cx="0" cy="0"/>
          <a:chOff x="0" y="0"/>
          <a:chExt cx="0" cy="0"/>
        </a:xfrm>
      </p:grpSpPr>
      <p:sp>
        <p:nvSpPr>
          <p:cNvPr id="186" name="Google Shape;186;p1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87" name="Google Shape;187;p1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88" name="Google Shape;188;p1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89" name="Google Shape;189;p1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190"/>
        <p:cNvGrpSpPr/>
        <p:nvPr/>
      </p:nvGrpSpPr>
      <p:grpSpPr>
        <a:xfrm>
          <a:off x="0" y="0"/>
          <a:ext cx="0" cy="0"/>
          <a:chOff x="0" y="0"/>
          <a:chExt cx="0" cy="0"/>
        </a:xfrm>
      </p:grpSpPr>
      <p:sp>
        <p:nvSpPr>
          <p:cNvPr id="191" name="Google Shape;191;p15"/>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2" name="Google Shape;192;p15"/>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193" name="Google Shape;193;p15"/>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194" name="Google Shape;194;p1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5" name="Google Shape;195;p1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6" name="Google Shape;196;p1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197"/>
        <p:cNvGrpSpPr/>
        <p:nvPr/>
      </p:nvGrpSpPr>
      <p:grpSpPr>
        <a:xfrm>
          <a:off x="0" y="0"/>
          <a:ext cx="0" cy="0"/>
          <a:chOff x="0" y="0"/>
          <a:chExt cx="0" cy="0"/>
        </a:xfrm>
      </p:grpSpPr>
      <p:sp>
        <p:nvSpPr>
          <p:cNvPr id="198" name="Google Shape;198;p16"/>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9" name="Google Shape;199;p16"/>
          <p:cNvSpPr>
            <a:spLocks noGrp="1"/>
          </p:cNvSpPr>
          <p:nvPr>
            <p:ph type="pic" idx="2"/>
          </p:nvPr>
        </p:nvSpPr>
        <p:spPr>
          <a:xfrm>
            <a:off x="1792288" y="612775"/>
            <a:ext cx="5486400" cy="4114800"/>
          </a:xfrm>
          <a:prstGeom prst="rect">
            <a:avLst/>
          </a:prstGeom>
          <a:noFill/>
          <a:ln>
            <a:noFill/>
          </a:ln>
        </p:spPr>
      </p:sp>
      <p:sp>
        <p:nvSpPr>
          <p:cNvPr id="200" name="Google Shape;200;p16"/>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201" name="Google Shape;201;p1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2" name="Google Shape;202;p1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3" name="Google Shape;203;p1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204"/>
        <p:cNvGrpSpPr/>
        <p:nvPr/>
      </p:nvGrpSpPr>
      <p:grpSpPr>
        <a:xfrm>
          <a:off x="0" y="0"/>
          <a:ext cx="0" cy="0"/>
          <a:chOff x="0" y="0"/>
          <a:chExt cx="0" cy="0"/>
        </a:xfrm>
      </p:grpSpPr>
      <p:sp>
        <p:nvSpPr>
          <p:cNvPr id="205" name="Google Shape;205;p1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06" name="Google Shape;206;p17"/>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07" name="Google Shape;207;p1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8" name="Google Shape;208;p1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9" name="Google Shape;209;p1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210"/>
        <p:cNvGrpSpPr/>
        <p:nvPr/>
      </p:nvGrpSpPr>
      <p:grpSpPr>
        <a:xfrm>
          <a:off x="0" y="0"/>
          <a:ext cx="0" cy="0"/>
          <a:chOff x="0" y="0"/>
          <a:chExt cx="0" cy="0"/>
        </a:xfrm>
      </p:grpSpPr>
      <p:sp>
        <p:nvSpPr>
          <p:cNvPr id="211" name="Google Shape;211;p18"/>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12" name="Google Shape;212;p18"/>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13" name="Google Shape;213;p1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4" name="Google Shape;214;p1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5" name="Google Shape;215;p1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57200" y="274638"/>
            <a:ext cx="8229600" cy="1143000"/>
          </a:xfrm>
          <a:prstGeom prst="rect">
            <a:avLst/>
          </a:prstGeom>
          <a:noFill/>
          <a:ln>
            <a:noFill/>
          </a:ln>
        </p:spPr>
        <p:txBody>
          <a:bodyPr spcFirstLastPara="1" wrap="square" lIns="0" tIns="0" rIns="0" bIns="0" anchor="ctr" anchorCtr="0">
            <a:noAutofit/>
          </a:bodyPr>
          <a:lstStyle>
            <a:lvl1pPr marR="0" lvl="0" rtl="0">
              <a:spcBef>
                <a:spcPts val="0"/>
              </a:spcBef>
              <a:spcAft>
                <a:spcPts val="0"/>
              </a:spcAft>
              <a:buClr>
                <a:schemeClr val="dk1"/>
              </a:buClr>
              <a:buSzPts val="11000"/>
              <a:buFont typeface="Six Caps"/>
              <a:buNone/>
              <a:defRPr sz="11000" i="0" u="none" strike="noStrike" cap="none">
                <a:solidFill>
                  <a:schemeClr val="dk1"/>
                </a:solidFill>
                <a:latin typeface="Six Caps"/>
                <a:ea typeface="Six Caps"/>
                <a:cs typeface="Six Caps"/>
                <a:sym typeface="Six Caps"/>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457200" y="1600200"/>
            <a:ext cx="8229600" cy="4525963"/>
          </a:xfrm>
          <a:prstGeom prst="rect">
            <a:avLst/>
          </a:prstGeom>
          <a:noFill/>
          <a:ln>
            <a:noFill/>
          </a:ln>
        </p:spPr>
        <p:txBody>
          <a:bodyPr spcFirstLastPara="1" wrap="square" lIns="0" tIns="0" rIns="0" bIns="0" anchor="t" anchorCtr="0">
            <a:noAutofit/>
          </a:bodyPr>
          <a:lstStyle>
            <a:lvl1pPr marL="457200" marR="0" lvl="0" indent="-431800" algn="l" rtl="0">
              <a:spcBef>
                <a:spcPts val="640"/>
              </a:spcBef>
              <a:spcAft>
                <a:spcPts val="0"/>
              </a:spcAft>
              <a:buClr>
                <a:schemeClr val="dk1"/>
              </a:buClr>
              <a:buSzPts val="3200"/>
              <a:buFont typeface="Playfair Display"/>
              <a:buChar char="•"/>
              <a:defRPr sz="3200" b="1" i="0" u="none" strike="noStrike" cap="none">
                <a:solidFill>
                  <a:schemeClr val="dk1"/>
                </a:solidFill>
                <a:latin typeface="Playfair Display"/>
                <a:ea typeface="Playfair Display"/>
                <a:cs typeface="Playfair Display"/>
                <a:sym typeface="Playfair Display"/>
              </a:defRPr>
            </a:lvl1pPr>
            <a:lvl2pPr marL="914400" marR="0" lvl="1" indent="-361950" algn="l" rtl="0">
              <a:spcBef>
                <a:spcPts val="560"/>
              </a:spcBef>
              <a:spcAft>
                <a:spcPts val="0"/>
              </a:spcAft>
              <a:buClr>
                <a:schemeClr val="dk1"/>
              </a:buClr>
              <a:buSzPts val="2100"/>
              <a:buFont typeface="Playfair Display"/>
              <a:buChar char="–"/>
              <a:defRPr sz="2100" i="0" u="none" strike="noStrike" cap="none">
                <a:solidFill>
                  <a:schemeClr val="dk1"/>
                </a:solidFill>
                <a:latin typeface="Playfair Display"/>
                <a:ea typeface="Playfair Display"/>
                <a:cs typeface="Playfair Display"/>
                <a:sym typeface="Playfair Display"/>
              </a:defRPr>
            </a:lvl2pPr>
            <a:lvl3pPr marL="1371600" marR="0" lvl="2" indent="-361950" algn="l" rtl="0">
              <a:spcBef>
                <a:spcPts val="480"/>
              </a:spcBef>
              <a:spcAft>
                <a:spcPts val="0"/>
              </a:spcAft>
              <a:buClr>
                <a:schemeClr val="dk1"/>
              </a:buClr>
              <a:buSzPts val="2100"/>
              <a:buFont typeface="Playfair Display"/>
              <a:buChar char="•"/>
              <a:defRPr sz="2100" i="0" u="none" strike="noStrike" cap="none">
                <a:solidFill>
                  <a:schemeClr val="dk1"/>
                </a:solidFill>
                <a:latin typeface="Playfair Display"/>
                <a:ea typeface="Playfair Display"/>
                <a:cs typeface="Playfair Display"/>
                <a:sym typeface="Playfair Display"/>
              </a:defRPr>
            </a:lvl3pPr>
            <a:lvl4pPr marL="1828800" marR="0" lvl="3" indent="-361950" algn="l" rtl="0">
              <a:spcBef>
                <a:spcPts val="400"/>
              </a:spcBef>
              <a:spcAft>
                <a:spcPts val="0"/>
              </a:spcAft>
              <a:buClr>
                <a:schemeClr val="dk1"/>
              </a:buClr>
              <a:buSzPts val="2100"/>
              <a:buFont typeface="Playfair Display"/>
              <a:buChar char="–"/>
              <a:defRPr sz="2100" i="0" u="none" strike="noStrike" cap="none">
                <a:solidFill>
                  <a:schemeClr val="dk1"/>
                </a:solidFill>
                <a:latin typeface="Playfair Display"/>
                <a:ea typeface="Playfair Display"/>
                <a:cs typeface="Playfair Display"/>
                <a:sym typeface="Playfair Display"/>
              </a:defRPr>
            </a:lvl4pPr>
            <a:lvl5pPr marL="2286000" marR="0" lvl="4" indent="-361950" algn="l" rtl="0">
              <a:spcBef>
                <a:spcPts val="400"/>
              </a:spcBef>
              <a:spcAft>
                <a:spcPts val="0"/>
              </a:spcAft>
              <a:buClr>
                <a:schemeClr val="dk1"/>
              </a:buClr>
              <a:buSzPts val="2100"/>
              <a:buFont typeface="Playfair Display"/>
              <a:buChar char="»"/>
              <a:defRPr sz="2100" i="0" u="none" strike="noStrike" cap="none">
                <a:solidFill>
                  <a:schemeClr val="dk1"/>
                </a:solidFill>
                <a:latin typeface="Playfair Display"/>
                <a:ea typeface="Playfair Display"/>
                <a:cs typeface="Playfair Display"/>
                <a:sym typeface="Playfair Display"/>
              </a:defRPr>
            </a:lvl5pPr>
            <a:lvl6pPr marL="2743200" marR="0" lvl="5" indent="-361950" algn="l" rtl="0">
              <a:spcBef>
                <a:spcPts val="400"/>
              </a:spcBef>
              <a:spcAft>
                <a:spcPts val="0"/>
              </a:spcAft>
              <a:buClr>
                <a:schemeClr val="dk1"/>
              </a:buClr>
              <a:buSzPts val="2100"/>
              <a:buFont typeface="Playfair Display"/>
              <a:buChar char="•"/>
              <a:defRPr sz="2100" i="0" u="none" strike="noStrike" cap="none">
                <a:solidFill>
                  <a:schemeClr val="dk1"/>
                </a:solidFill>
                <a:latin typeface="Playfair Display"/>
                <a:ea typeface="Playfair Display"/>
                <a:cs typeface="Playfair Display"/>
                <a:sym typeface="Playfair Display"/>
              </a:defRPr>
            </a:lvl6pPr>
            <a:lvl7pPr marL="3200400" marR="0" lvl="6" indent="-361950" algn="l" rtl="0">
              <a:spcBef>
                <a:spcPts val="400"/>
              </a:spcBef>
              <a:spcAft>
                <a:spcPts val="0"/>
              </a:spcAft>
              <a:buClr>
                <a:schemeClr val="dk1"/>
              </a:buClr>
              <a:buSzPts val="2100"/>
              <a:buFont typeface="Playfair Display"/>
              <a:buChar char="•"/>
              <a:defRPr sz="2100" i="0" u="none" strike="noStrike" cap="none">
                <a:solidFill>
                  <a:schemeClr val="dk1"/>
                </a:solidFill>
                <a:latin typeface="Playfair Display"/>
                <a:ea typeface="Playfair Display"/>
                <a:cs typeface="Playfair Display"/>
                <a:sym typeface="Playfair Display"/>
              </a:defRPr>
            </a:lvl7pPr>
            <a:lvl8pPr marL="3657600" marR="0" lvl="7" indent="-361950" algn="l" rtl="0">
              <a:spcBef>
                <a:spcPts val="400"/>
              </a:spcBef>
              <a:spcAft>
                <a:spcPts val="0"/>
              </a:spcAft>
              <a:buClr>
                <a:schemeClr val="dk1"/>
              </a:buClr>
              <a:buSzPts val="2100"/>
              <a:buFont typeface="Playfair Display"/>
              <a:buChar char="•"/>
              <a:defRPr sz="2100" i="0" u="none" strike="noStrike" cap="none">
                <a:solidFill>
                  <a:schemeClr val="dk1"/>
                </a:solidFill>
                <a:latin typeface="Playfair Display"/>
                <a:ea typeface="Playfair Display"/>
                <a:cs typeface="Playfair Display"/>
                <a:sym typeface="Playfair Display"/>
              </a:defRPr>
            </a:lvl8pPr>
            <a:lvl9pPr marL="4114800" marR="0" lvl="8" indent="-361950" algn="l" rtl="0">
              <a:spcBef>
                <a:spcPts val="400"/>
              </a:spcBef>
              <a:spcAft>
                <a:spcPts val="0"/>
              </a:spcAft>
              <a:buClr>
                <a:schemeClr val="dk1"/>
              </a:buClr>
              <a:buSzPts val="2100"/>
              <a:buFont typeface="Playfair Display"/>
              <a:buChar char="•"/>
              <a:defRPr sz="2100" i="0" u="none" strike="noStrike" cap="none">
                <a:solidFill>
                  <a:schemeClr val="dk1"/>
                </a:solidFill>
                <a:latin typeface="Playfair Display"/>
                <a:ea typeface="Playfair Display"/>
                <a:cs typeface="Playfair Display"/>
                <a:sym typeface="Playfair Display"/>
              </a:defRPr>
            </a:lvl9pPr>
          </a:lstStyle>
          <a:p>
            <a:endParaRPr/>
          </a:p>
        </p:txBody>
      </p:sp>
      <p:sp>
        <p:nvSpPr>
          <p:cNvPr id="8" name="Google Shape;8;p1"/>
          <p:cNvSpPr txBox="1">
            <a:spLocks noGrp="1"/>
          </p:cNvSpPr>
          <p:nvPr>
            <p:ph type="dt" idx="10"/>
          </p:nvPr>
        </p:nvSpPr>
        <p:spPr>
          <a:xfrm>
            <a:off x="457200" y="6356350"/>
            <a:ext cx="2133600" cy="365125"/>
          </a:xfrm>
          <a:prstGeom prst="rect">
            <a:avLst/>
          </a:prstGeom>
          <a:noFill/>
          <a:ln>
            <a:noFill/>
          </a:ln>
        </p:spPr>
        <p:txBody>
          <a:bodyPr spcFirstLastPara="1" wrap="square" lIns="0" tIns="0" rIns="0" bIns="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1"/>
          <p:cNvSpPr txBox="1">
            <a:spLocks noGrp="1"/>
          </p:cNvSpPr>
          <p:nvPr>
            <p:ph type="ftr" idx="11"/>
          </p:nvPr>
        </p:nvSpPr>
        <p:spPr>
          <a:xfrm>
            <a:off x="3124200" y="6356350"/>
            <a:ext cx="2895600" cy="365125"/>
          </a:xfrm>
          <a:prstGeom prst="rect">
            <a:avLst/>
          </a:prstGeom>
          <a:noFill/>
          <a:ln>
            <a:noFill/>
          </a:ln>
        </p:spPr>
        <p:txBody>
          <a:bodyPr spcFirstLastPara="1" wrap="square" lIns="0" tIns="0" rIns="0" bIns="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1"/>
          <p:cNvSpPr txBox="1">
            <a:spLocks noGrp="1"/>
          </p:cNvSpPr>
          <p:nvPr>
            <p:ph type="sldNum" idx="12"/>
          </p:nvPr>
        </p:nvSpPr>
        <p:spPr>
          <a:xfrm>
            <a:off x="6553200" y="6356350"/>
            <a:ext cx="2133600" cy="365125"/>
          </a:xfrm>
          <a:prstGeom prst="rect">
            <a:avLst/>
          </a:prstGeom>
          <a:noFill/>
          <a:ln>
            <a:noFill/>
          </a:ln>
        </p:spPr>
        <p:txBody>
          <a:bodyPr spcFirstLastPara="1" wrap="square" lIns="0" tIns="0" rIns="0" bIns="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9.jpg"/><Relationship Id="rId7"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8F3E2"/>
        </a:solidFill>
        <a:effectLst/>
      </p:bgPr>
    </p:bg>
    <p:spTree>
      <p:nvGrpSpPr>
        <p:cNvPr id="1" name="Shape 219"/>
        <p:cNvGrpSpPr/>
        <p:nvPr/>
      </p:nvGrpSpPr>
      <p:grpSpPr>
        <a:xfrm>
          <a:off x="0" y="0"/>
          <a:ext cx="0" cy="0"/>
          <a:chOff x="0" y="0"/>
          <a:chExt cx="0" cy="0"/>
        </a:xfrm>
      </p:grpSpPr>
      <p:grpSp>
        <p:nvGrpSpPr>
          <p:cNvPr id="220" name="Google Shape;220;p19"/>
          <p:cNvGrpSpPr/>
          <p:nvPr/>
        </p:nvGrpSpPr>
        <p:grpSpPr>
          <a:xfrm>
            <a:off x="0" y="-180826"/>
            <a:ext cx="18288000" cy="866143"/>
            <a:chOff x="0" y="-47625"/>
            <a:chExt cx="4816593" cy="228120"/>
          </a:xfrm>
        </p:grpSpPr>
        <p:sp>
          <p:nvSpPr>
            <p:cNvPr id="221" name="Google Shape;221;p19"/>
            <p:cNvSpPr/>
            <p:nvPr/>
          </p:nvSpPr>
          <p:spPr>
            <a:xfrm>
              <a:off x="0" y="0"/>
              <a:ext cx="4816592" cy="180495"/>
            </a:xfrm>
            <a:custGeom>
              <a:avLst/>
              <a:gdLst/>
              <a:ahLst/>
              <a:cxnLst/>
              <a:rect l="l" t="t" r="r" b="b"/>
              <a:pathLst>
                <a:path w="4816592" h="180495" extrusionOk="0">
                  <a:moveTo>
                    <a:pt x="0" y="0"/>
                  </a:moveTo>
                  <a:lnTo>
                    <a:pt x="4816592" y="0"/>
                  </a:lnTo>
                  <a:lnTo>
                    <a:pt x="4816592" y="180495"/>
                  </a:lnTo>
                  <a:lnTo>
                    <a:pt x="0" y="180495"/>
                  </a:lnTo>
                  <a:close/>
                </a:path>
              </a:pathLst>
            </a:custGeom>
            <a:solidFill>
              <a:srgbClr val="333333"/>
            </a:solidFill>
            <a:ln>
              <a:noFill/>
            </a:ln>
          </p:spPr>
        </p:sp>
        <p:sp>
          <p:nvSpPr>
            <p:cNvPr id="222" name="Google Shape;222;p19"/>
            <p:cNvSpPr txBox="1"/>
            <p:nvPr/>
          </p:nvSpPr>
          <p:spPr>
            <a:xfrm>
              <a:off x="0" y="-47625"/>
              <a:ext cx="4816593" cy="228120"/>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3" name="Google Shape;223;p19"/>
          <p:cNvGrpSpPr/>
          <p:nvPr/>
        </p:nvGrpSpPr>
        <p:grpSpPr>
          <a:xfrm>
            <a:off x="0" y="0"/>
            <a:ext cx="18288000" cy="10287000"/>
            <a:chOff x="0" y="0"/>
            <a:chExt cx="4816593" cy="2709333"/>
          </a:xfrm>
        </p:grpSpPr>
        <p:sp>
          <p:nvSpPr>
            <p:cNvPr id="224" name="Google Shape;224;p19"/>
            <p:cNvSpPr/>
            <p:nvPr/>
          </p:nvSpPr>
          <p:spPr>
            <a:xfrm>
              <a:off x="0" y="0"/>
              <a:ext cx="4816592" cy="2709333"/>
            </a:xfrm>
            <a:custGeom>
              <a:avLst/>
              <a:gdLst/>
              <a:ahLst/>
              <a:cxnLst/>
              <a:rect l="l" t="t" r="r" b="b"/>
              <a:pathLst>
                <a:path w="4816592" h="2709333" extrusionOk="0">
                  <a:moveTo>
                    <a:pt x="0" y="0"/>
                  </a:moveTo>
                  <a:lnTo>
                    <a:pt x="4816592" y="0"/>
                  </a:lnTo>
                  <a:lnTo>
                    <a:pt x="4816592" y="2709333"/>
                  </a:lnTo>
                  <a:lnTo>
                    <a:pt x="0" y="2709333"/>
                  </a:lnTo>
                  <a:close/>
                </a:path>
              </a:pathLst>
            </a:custGeom>
            <a:solidFill>
              <a:srgbClr val="000000">
                <a:alpha val="0"/>
              </a:srgbClr>
            </a:solidFill>
            <a:ln w="19050" cap="sq" cmpd="sng">
              <a:solidFill>
                <a:srgbClr val="000000"/>
              </a:solidFill>
              <a:prstDash val="solid"/>
              <a:miter lim="8000"/>
              <a:headEnd type="none" w="sm" len="sm"/>
              <a:tailEnd type="none" w="sm" len="sm"/>
            </a:ln>
          </p:spPr>
        </p:sp>
        <p:sp>
          <p:nvSpPr>
            <p:cNvPr id="225" name="Google Shape;225;p19"/>
            <p:cNvSpPr txBox="1"/>
            <p:nvPr/>
          </p:nvSpPr>
          <p:spPr>
            <a:xfrm>
              <a:off x="0" y="0"/>
              <a:ext cx="4816593" cy="2709333"/>
            </a:xfrm>
            <a:prstGeom prst="rect">
              <a:avLst/>
            </a:prstGeom>
            <a:noFill/>
            <a:ln>
              <a:noFill/>
            </a:ln>
          </p:spPr>
          <p:txBody>
            <a:bodyPr spcFirstLastPara="1" wrap="square" lIns="50800" tIns="50800" rIns="50800" bIns="50800" anchor="ctr" anchorCtr="0">
              <a:noAutofit/>
            </a:bodyPr>
            <a:lstStyle/>
            <a:p>
              <a:pPr marL="0" marR="0" lvl="0" indent="0" algn="l" rtl="0">
                <a:lnSpc>
                  <a:spcPct val="733333"/>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26" name="Google Shape;226;p19"/>
          <p:cNvSpPr txBox="1"/>
          <p:nvPr/>
        </p:nvSpPr>
        <p:spPr>
          <a:xfrm>
            <a:off x="0" y="6033520"/>
            <a:ext cx="18288000" cy="5079980"/>
          </a:xfrm>
          <a:prstGeom prst="rect">
            <a:avLst/>
          </a:prstGeom>
          <a:noFill/>
          <a:ln>
            <a:noFill/>
          </a:ln>
        </p:spPr>
        <p:txBody>
          <a:bodyPr spcFirstLastPara="1" wrap="square" lIns="0" tIns="0" rIns="0" bIns="0" anchor="t" anchorCtr="0">
            <a:spAutoFit/>
          </a:bodyPr>
          <a:lstStyle/>
          <a:p>
            <a:pPr marL="0" marR="0" lvl="0" indent="0" algn="ctr" rtl="0">
              <a:lnSpc>
                <a:spcPct val="120000"/>
              </a:lnSpc>
              <a:spcBef>
                <a:spcPts val="0"/>
              </a:spcBef>
              <a:spcAft>
                <a:spcPts val="0"/>
              </a:spcAft>
              <a:buNone/>
            </a:pPr>
            <a:r>
              <a:rPr lang="en-US" sz="27509" dirty="0">
                <a:solidFill>
                  <a:srgbClr val="596548"/>
                </a:solidFill>
                <a:latin typeface="Six Caps"/>
                <a:sym typeface="Six Caps"/>
              </a:rPr>
              <a:t>FINANCIAL CRIME ANALYTICS</a:t>
            </a:r>
            <a:endParaRPr dirty="0"/>
          </a:p>
        </p:txBody>
      </p:sp>
      <p:cxnSp>
        <p:nvCxnSpPr>
          <p:cNvPr id="227" name="Google Shape;227;p19"/>
          <p:cNvCxnSpPr/>
          <p:nvPr/>
        </p:nvCxnSpPr>
        <p:spPr>
          <a:xfrm>
            <a:off x="-19050" y="6033520"/>
            <a:ext cx="18307050" cy="0"/>
          </a:xfrm>
          <a:prstGeom prst="straightConnector1">
            <a:avLst/>
          </a:prstGeom>
          <a:noFill/>
          <a:ln w="19050" cap="flat" cmpd="sng">
            <a:solidFill>
              <a:srgbClr val="333333"/>
            </a:solidFill>
            <a:prstDash val="solid"/>
            <a:round/>
            <a:headEnd type="none" w="sm" len="sm"/>
            <a:tailEnd type="none" w="sm" len="sm"/>
          </a:ln>
        </p:spPr>
      </p:cxnSp>
      <p:cxnSp>
        <p:nvCxnSpPr>
          <p:cNvPr id="228" name="Google Shape;228;p19"/>
          <p:cNvCxnSpPr/>
          <p:nvPr/>
        </p:nvCxnSpPr>
        <p:spPr>
          <a:xfrm>
            <a:off x="0" y="9525"/>
            <a:ext cx="18288000" cy="0"/>
          </a:xfrm>
          <a:prstGeom prst="straightConnector1">
            <a:avLst/>
          </a:prstGeom>
          <a:noFill/>
          <a:ln w="19050" cap="flat" cmpd="sng">
            <a:solidFill>
              <a:srgbClr val="333333"/>
            </a:solidFill>
            <a:prstDash val="solid"/>
            <a:round/>
            <a:headEnd type="none" w="sm" len="sm"/>
            <a:tailEnd type="none" w="sm" len="sm"/>
          </a:ln>
        </p:spPr>
      </p:cxnSp>
      <p:pic>
        <p:nvPicPr>
          <p:cNvPr id="229" name="Google Shape;229;p19"/>
          <p:cNvPicPr preferRelativeResize="0"/>
          <p:nvPr/>
        </p:nvPicPr>
        <p:blipFill>
          <a:blip r:embed="rId3">
            <a:alphaModFix/>
          </a:blip>
          <a:stretch>
            <a:fillRect/>
          </a:stretch>
        </p:blipFill>
        <p:spPr>
          <a:xfrm>
            <a:off x="63" y="675803"/>
            <a:ext cx="18288000" cy="5322094"/>
          </a:xfrm>
          <a:prstGeom prst="rect">
            <a:avLst/>
          </a:prstGeom>
          <a:noFill/>
          <a:ln>
            <a:noFill/>
          </a:ln>
        </p:spPr>
      </p:pic>
      <p:cxnSp>
        <p:nvCxnSpPr>
          <p:cNvPr id="230" name="Google Shape;230;p19"/>
          <p:cNvCxnSpPr/>
          <p:nvPr/>
        </p:nvCxnSpPr>
        <p:spPr>
          <a:xfrm>
            <a:off x="0" y="675792"/>
            <a:ext cx="18288000" cy="0"/>
          </a:xfrm>
          <a:prstGeom prst="straightConnector1">
            <a:avLst/>
          </a:prstGeom>
          <a:noFill/>
          <a:ln w="19050" cap="flat" cmpd="sng">
            <a:solidFill>
              <a:srgbClr val="333333"/>
            </a:solidFill>
            <a:prstDash val="solid"/>
            <a:round/>
            <a:headEnd type="none" w="sm" len="sm"/>
            <a:tailEnd type="none" w="sm" len="sm"/>
          </a:ln>
        </p:spPr>
      </p:cxnSp>
      <p:sp>
        <p:nvSpPr>
          <p:cNvPr id="231" name="Google Shape;231;p19"/>
          <p:cNvSpPr txBox="1"/>
          <p:nvPr/>
        </p:nvSpPr>
        <p:spPr>
          <a:xfrm>
            <a:off x="1015055" y="135014"/>
            <a:ext cx="4747570" cy="452432"/>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100" b="0" i="0" u="none" strike="noStrike" cap="none" dirty="0">
                <a:solidFill>
                  <a:srgbClr val="BFCDAC"/>
                </a:solidFill>
                <a:latin typeface="Playfair Display"/>
                <a:ea typeface="Playfair Display"/>
                <a:cs typeface="Playfair Display"/>
                <a:sym typeface="Playfair Display"/>
              </a:rPr>
              <a:t>NAME :- Lucky Chaurasiya</a:t>
            </a:r>
            <a:endParaRPr dirty="0"/>
          </a:p>
        </p:txBody>
      </p:sp>
      <p:sp>
        <p:nvSpPr>
          <p:cNvPr id="232" name="Google Shape;232;p19"/>
          <p:cNvSpPr txBox="1"/>
          <p:nvPr/>
        </p:nvSpPr>
        <p:spPr>
          <a:xfrm>
            <a:off x="12705494" y="135014"/>
            <a:ext cx="4747570" cy="452432"/>
          </a:xfrm>
          <a:prstGeom prst="rect">
            <a:avLst/>
          </a:prstGeom>
          <a:noFill/>
          <a:ln>
            <a:noFill/>
          </a:ln>
        </p:spPr>
        <p:txBody>
          <a:bodyPr spcFirstLastPara="1" wrap="square" lIns="0" tIns="0" rIns="0" bIns="0" anchor="t" anchorCtr="0">
            <a:spAutoFit/>
          </a:bodyPr>
          <a:lstStyle/>
          <a:p>
            <a:pPr marL="0" marR="0" lvl="0" indent="0" algn="r" rtl="0">
              <a:lnSpc>
                <a:spcPct val="140000"/>
              </a:lnSpc>
              <a:spcBef>
                <a:spcPts val="0"/>
              </a:spcBef>
              <a:spcAft>
                <a:spcPts val="0"/>
              </a:spcAft>
              <a:buNone/>
            </a:pPr>
            <a:r>
              <a:rPr lang="en-US" sz="2100" b="0" i="0" u="none" strike="noStrike" cap="none" dirty="0">
                <a:solidFill>
                  <a:srgbClr val="BFCDAC"/>
                </a:solidFill>
                <a:latin typeface="Playfair Display"/>
                <a:ea typeface="Playfair Display"/>
                <a:cs typeface="Playfair Display"/>
                <a:sym typeface="Playfair Display"/>
              </a:rPr>
              <a:t>DATE: </a:t>
            </a:r>
            <a:r>
              <a:rPr lang="en-US" sz="2100" dirty="0">
                <a:solidFill>
                  <a:srgbClr val="BFCDAC"/>
                </a:solidFill>
                <a:latin typeface="Playfair Display"/>
                <a:ea typeface="Playfair Display"/>
                <a:cs typeface="Playfair Display"/>
                <a:sym typeface="Playfair Display"/>
              </a:rPr>
              <a:t>29</a:t>
            </a:r>
            <a:r>
              <a:rPr lang="en-US" sz="2100" b="0" i="0" u="none" strike="noStrike" cap="none" dirty="0">
                <a:solidFill>
                  <a:srgbClr val="BFCDAC"/>
                </a:solidFill>
                <a:latin typeface="Playfair Display"/>
                <a:ea typeface="Playfair Display"/>
                <a:cs typeface="Playfair Display"/>
                <a:sym typeface="Playfair Display"/>
              </a:rPr>
              <a:t>/04/2026</a:t>
            </a:r>
            <a:endParaRP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20"/>
                                        </p:tgtEl>
                                        <p:attrNameLst>
                                          <p:attrName>style.visibility</p:attrName>
                                        </p:attrNameLst>
                                      </p:cBhvr>
                                      <p:to>
                                        <p:strVal val="visible"/>
                                      </p:to>
                                    </p:set>
                                    <p:animEffect transition="in" filter="fade">
                                      <p:cBhvr>
                                        <p:cTn id="7" dur="500"/>
                                        <p:tgtEl>
                                          <p:spTgt spid="220"/>
                                        </p:tgtEl>
                                      </p:cBhvr>
                                    </p:animEffect>
                                  </p:childTnLst>
                                </p:cTn>
                              </p:par>
                              <p:par>
                                <p:cTn id="8" presetID="10" presetClass="entr" presetSubtype="0" fill="hold" nodeType="withEffect">
                                  <p:stCondLst>
                                    <p:cond delay="0"/>
                                  </p:stCondLst>
                                  <p:childTnLst>
                                    <p:set>
                                      <p:cBhvr>
                                        <p:cTn id="9" dur="1" fill="hold">
                                          <p:stCondLst>
                                            <p:cond delay="0"/>
                                          </p:stCondLst>
                                        </p:cTn>
                                        <p:tgtEl>
                                          <p:spTgt spid="223"/>
                                        </p:tgtEl>
                                        <p:attrNameLst>
                                          <p:attrName>style.visibility</p:attrName>
                                        </p:attrNameLst>
                                      </p:cBhvr>
                                      <p:to>
                                        <p:strVal val="visible"/>
                                      </p:to>
                                    </p:set>
                                    <p:animEffect transition="in" filter="fade">
                                      <p:cBhvr>
                                        <p:cTn id="10" dur="500"/>
                                        <p:tgtEl>
                                          <p:spTgt spid="223"/>
                                        </p:tgtEl>
                                      </p:cBhvr>
                                    </p:animEffect>
                                  </p:childTnLst>
                                </p:cTn>
                              </p:par>
                              <p:par>
                                <p:cTn id="11" presetID="10" presetClass="entr" presetSubtype="0" fill="hold" nodeType="withEffect">
                                  <p:stCondLst>
                                    <p:cond delay="0"/>
                                  </p:stCondLst>
                                  <p:childTnLst>
                                    <p:set>
                                      <p:cBhvr>
                                        <p:cTn id="12" dur="1" fill="hold">
                                          <p:stCondLst>
                                            <p:cond delay="0"/>
                                          </p:stCondLst>
                                        </p:cTn>
                                        <p:tgtEl>
                                          <p:spTgt spid="226"/>
                                        </p:tgtEl>
                                        <p:attrNameLst>
                                          <p:attrName>style.visibility</p:attrName>
                                        </p:attrNameLst>
                                      </p:cBhvr>
                                      <p:to>
                                        <p:strVal val="visible"/>
                                      </p:to>
                                    </p:set>
                                    <p:animEffect transition="in" filter="fade">
                                      <p:cBhvr>
                                        <p:cTn id="13" dur="500"/>
                                        <p:tgtEl>
                                          <p:spTgt spid="226"/>
                                        </p:tgtEl>
                                      </p:cBhvr>
                                    </p:animEffect>
                                  </p:childTnLst>
                                </p:cTn>
                              </p:par>
                              <p:par>
                                <p:cTn id="14" presetID="10" presetClass="entr" presetSubtype="0" fill="hold" nodeType="withEffect">
                                  <p:stCondLst>
                                    <p:cond delay="0"/>
                                  </p:stCondLst>
                                  <p:childTnLst>
                                    <p:set>
                                      <p:cBhvr>
                                        <p:cTn id="15" dur="1" fill="hold">
                                          <p:stCondLst>
                                            <p:cond delay="0"/>
                                          </p:stCondLst>
                                        </p:cTn>
                                        <p:tgtEl>
                                          <p:spTgt spid="227"/>
                                        </p:tgtEl>
                                        <p:attrNameLst>
                                          <p:attrName>style.visibility</p:attrName>
                                        </p:attrNameLst>
                                      </p:cBhvr>
                                      <p:to>
                                        <p:strVal val="visible"/>
                                      </p:to>
                                    </p:set>
                                    <p:animEffect transition="in" filter="fade">
                                      <p:cBhvr>
                                        <p:cTn id="16" dur="500"/>
                                        <p:tgtEl>
                                          <p:spTgt spid="227"/>
                                        </p:tgtEl>
                                      </p:cBhvr>
                                    </p:animEffect>
                                  </p:childTnLst>
                                </p:cTn>
                              </p:par>
                              <p:par>
                                <p:cTn id="17" presetID="10" presetClass="entr" presetSubtype="0" fill="hold" nodeType="withEffect">
                                  <p:stCondLst>
                                    <p:cond delay="0"/>
                                  </p:stCondLst>
                                  <p:childTnLst>
                                    <p:set>
                                      <p:cBhvr>
                                        <p:cTn id="18" dur="1" fill="hold">
                                          <p:stCondLst>
                                            <p:cond delay="0"/>
                                          </p:stCondLst>
                                        </p:cTn>
                                        <p:tgtEl>
                                          <p:spTgt spid="228"/>
                                        </p:tgtEl>
                                        <p:attrNameLst>
                                          <p:attrName>style.visibility</p:attrName>
                                        </p:attrNameLst>
                                      </p:cBhvr>
                                      <p:to>
                                        <p:strVal val="visible"/>
                                      </p:to>
                                    </p:set>
                                    <p:animEffect transition="in" filter="fade">
                                      <p:cBhvr>
                                        <p:cTn id="19" dur="500"/>
                                        <p:tgtEl>
                                          <p:spTgt spid="228"/>
                                        </p:tgtEl>
                                      </p:cBhvr>
                                    </p:animEffect>
                                  </p:childTnLst>
                                </p:cTn>
                              </p:par>
                              <p:par>
                                <p:cTn id="20" presetID="10" presetClass="entr" presetSubtype="0" fill="hold" nodeType="withEffect">
                                  <p:stCondLst>
                                    <p:cond delay="0"/>
                                  </p:stCondLst>
                                  <p:childTnLst>
                                    <p:set>
                                      <p:cBhvr>
                                        <p:cTn id="21" dur="1" fill="hold">
                                          <p:stCondLst>
                                            <p:cond delay="0"/>
                                          </p:stCondLst>
                                        </p:cTn>
                                        <p:tgtEl>
                                          <p:spTgt spid="230"/>
                                        </p:tgtEl>
                                        <p:attrNameLst>
                                          <p:attrName>style.visibility</p:attrName>
                                        </p:attrNameLst>
                                      </p:cBhvr>
                                      <p:to>
                                        <p:strVal val="visible"/>
                                      </p:to>
                                    </p:set>
                                    <p:animEffect transition="in" filter="fade">
                                      <p:cBhvr>
                                        <p:cTn id="22" dur="500"/>
                                        <p:tgtEl>
                                          <p:spTgt spid="230"/>
                                        </p:tgtEl>
                                      </p:cBhvr>
                                    </p:animEffect>
                                  </p:childTnLst>
                                </p:cTn>
                              </p:par>
                              <p:par>
                                <p:cTn id="23" presetID="10" presetClass="entr" presetSubtype="0" fill="hold" nodeType="withEffect">
                                  <p:stCondLst>
                                    <p:cond delay="0"/>
                                  </p:stCondLst>
                                  <p:childTnLst>
                                    <p:set>
                                      <p:cBhvr>
                                        <p:cTn id="24" dur="1" fill="hold">
                                          <p:stCondLst>
                                            <p:cond delay="0"/>
                                          </p:stCondLst>
                                        </p:cTn>
                                        <p:tgtEl>
                                          <p:spTgt spid="231"/>
                                        </p:tgtEl>
                                        <p:attrNameLst>
                                          <p:attrName>style.visibility</p:attrName>
                                        </p:attrNameLst>
                                      </p:cBhvr>
                                      <p:to>
                                        <p:strVal val="visible"/>
                                      </p:to>
                                    </p:set>
                                    <p:animEffect transition="in" filter="fade">
                                      <p:cBhvr>
                                        <p:cTn id="25" dur="500"/>
                                        <p:tgtEl>
                                          <p:spTgt spid="231"/>
                                        </p:tgtEl>
                                      </p:cBhvr>
                                    </p:animEffect>
                                  </p:childTnLst>
                                </p:cTn>
                              </p:par>
                              <p:par>
                                <p:cTn id="26" presetID="10" presetClass="entr" presetSubtype="0" fill="hold" nodeType="withEffect">
                                  <p:stCondLst>
                                    <p:cond delay="0"/>
                                  </p:stCondLst>
                                  <p:childTnLst>
                                    <p:set>
                                      <p:cBhvr>
                                        <p:cTn id="27" dur="1" fill="hold">
                                          <p:stCondLst>
                                            <p:cond delay="0"/>
                                          </p:stCondLst>
                                        </p:cTn>
                                        <p:tgtEl>
                                          <p:spTgt spid="232"/>
                                        </p:tgtEl>
                                        <p:attrNameLst>
                                          <p:attrName>style.visibility</p:attrName>
                                        </p:attrNameLst>
                                      </p:cBhvr>
                                      <p:to>
                                        <p:strVal val="visible"/>
                                      </p:to>
                                    </p:set>
                                    <p:animEffect transition="in" filter="fade">
                                      <p:cBhvr>
                                        <p:cTn id="28" dur="500"/>
                                        <p:tgtEl>
                                          <p:spTgt spid="2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8F3E2"/>
        </a:solidFill>
        <a:effectLst/>
      </p:bgPr>
    </p:bg>
    <p:spTree>
      <p:nvGrpSpPr>
        <p:cNvPr id="1" name="Shape 236"/>
        <p:cNvGrpSpPr/>
        <p:nvPr/>
      </p:nvGrpSpPr>
      <p:grpSpPr>
        <a:xfrm>
          <a:off x="0" y="0"/>
          <a:ext cx="0" cy="0"/>
          <a:chOff x="0" y="0"/>
          <a:chExt cx="0" cy="0"/>
        </a:xfrm>
      </p:grpSpPr>
      <p:pic>
        <p:nvPicPr>
          <p:cNvPr id="237" name="Google Shape;237;p20"/>
          <p:cNvPicPr preferRelativeResize="0"/>
          <p:nvPr/>
        </p:nvPicPr>
        <p:blipFill>
          <a:blip r:embed="rId3">
            <a:alphaModFix/>
          </a:blip>
          <a:stretch>
            <a:fillRect/>
          </a:stretch>
        </p:blipFill>
        <p:spPr>
          <a:xfrm>
            <a:off x="14845245" y="1931025"/>
            <a:ext cx="2578850" cy="3560398"/>
          </a:xfrm>
          <a:prstGeom prst="rect">
            <a:avLst/>
          </a:prstGeom>
          <a:noFill/>
          <a:ln>
            <a:noFill/>
          </a:ln>
        </p:spPr>
      </p:pic>
      <p:pic>
        <p:nvPicPr>
          <p:cNvPr id="238" name="Google Shape;238;p20"/>
          <p:cNvPicPr preferRelativeResize="0"/>
          <p:nvPr/>
        </p:nvPicPr>
        <p:blipFill>
          <a:blip r:embed="rId4">
            <a:alphaModFix/>
          </a:blip>
          <a:stretch>
            <a:fillRect/>
          </a:stretch>
        </p:blipFill>
        <p:spPr>
          <a:xfrm>
            <a:off x="865300" y="1931025"/>
            <a:ext cx="2578850" cy="3560391"/>
          </a:xfrm>
          <a:prstGeom prst="rect">
            <a:avLst/>
          </a:prstGeom>
          <a:noFill/>
          <a:ln>
            <a:noFill/>
          </a:ln>
        </p:spPr>
      </p:pic>
      <p:pic>
        <p:nvPicPr>
          <p:cNvPr id="239" name="Google Shape;239;p20"/>
          <p:cNvPicPr preferRelativeResize="0"/>
          <p:nvPr/>
        </p:nvPicPr>
        <p:blipFill>
          <a:blip r:embed="rId5">
            <a:alphaModFix/>
          </a:blip>
          <a:stretch>
            <a:fillRect/>
          </a:stretch>
        </p:blipFill>
        <p:spPr>
          <a:xfrm>
            <a:off x="5443496" y="1931025"/>
            <a:ext cx="2578874" cy="3560432"/>
          </a:xfrm>
          <a:prstGeom prst="rect">
            <a:avLst/>
          </a:prstGeom>
          <a:noFill/>
          <a:ln>
            <a:noFill/>
          </a:ln>
        </p:spPr>
      </p:pic>
      <p:pic>
        <p:nvPicPr>
          <p:cNvPr id="240" name="Google Shape;240;p20"/>
          <p:cNvPicPr preferRelativeResize="0"/>
          <p:nvPr/>
        </p:nvPicPr>
        <p:blipFill>
          <a:blip r:embed="rId6">
            <a:alphaModFix/>
          </a:blip>
          <a:stretch>
            <a:fillRect/>
          </a:stretch>
        </p:blipFill>
        <p:spPr>
          <a:xfrm>
            <a:off x="10115071" y="1931025"/>
            <a:ext cx="2578874" cy="3560432"/>
          </a:xfrm>
          <a:prstGeom prst="rect">
            <a:avLst/>
          </a:prstGeom>
          <a:noFill/>
          <a:ln>
            <a:noFill/>
          </a:ln>
        </p:spPr>
      </p:pic>
      <p:grpSp>
        <p:nvGrpSpPr>
          <p:cNvPr id="241" name="Google Shape;241;p20"/>
          <p:cNvGrpSpPr/>
          <p:nvPr/>
        </p:nvGrpSpPr>
        <p:grpSpPr>
          <a:xfrm>
            <a:off x="0" y="8851550"/>
            <a:ext cx="18288000" cy="668839"/>
            <a:chOff x="0" y="-38100"/>
            <a:chExt cx="4816593" cy="176155"/>
          </a:xfrm>
        </p:grpSpPr>
        <p:sp>
          <p:nvSpPr>
            <p:cNvPr id="242" name="Google Shape;242;p20"/>
            <p:cNvSpPr/>
            <p:nvPr/>
          </p:nvSpPr>
          <p:spPr>
            <a:xfrm>
              <a:off x="0" y="0"/>
              <a:ext cx="4816592" cy="138055"/>
            </a:xfrm>
            <a:custGeom>
              <a:avLst/>
              <a:gdLst/>
              <a:ahLst/>
              <a:cxnLst/>
              <a:rect l="l" t="t" r="r" b="b"/>
              <a:pathLst>
                <a:path w="4816592" h="138055" extrusionOk="0">
                  <a:moveTo>
                    <a:pt x="0" y="0"/>
                  </a:moveTo>
                  <a:lnTo>
                    <a:pt x="4816592" y="0"/>
                  </a:lnTo>
                  <a:lnTo>
                    <a:pt x="4816592" y="138055"/>
                  </a:lnTo>
                  <a:lnTo>
                    <a:pt x="0" y="138055"/>
                  </a:lnTo>
                  <a:close/>
                </a:path>
              </a:pathLst>
            </a:custGeom>
            <a:solidFill>
              <a:srgbClr val="333333"/>
            </a:solidFill>
            <a:ln>
              <a:noFill/>
            </a:ln>
          </p:spPr>
        </p:sp>
        <p:sp>
          <p:nvSpPr>
            <p:cNvPr id="243" name="Google Shape;243;p20"/>
            <p:cNvSpPr txBox="1"/>
            <p:nvPr/>
          </p:nvSpPr>
          <p:spPr>
            <a:xfrm>
              <a:off x="0" y="-38100"/>
              <a:ext cx="4816593" cy="176155"/>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44" name="Google Shape;244;p20"/>
          <p:cNvGrpSpPr/>
          <p:nvPr/>
        </p:nvGrpSpPr>
        <p:grpSpPr>
          <a:xfrm>
            <a:off x="8477618" y="8874014"/>
            <a:ext cx="1351813" cy="768573"/>
            <a:chOff x="0" y="0"/>
            <a:chExt cx="11928966" cy="6782210"/>
          </a:xfrm>
        </p:grpSpPr>
        <p:sp>
          <p:nvSpPr>
            <p:cNvPr id="245" name="Google Shape;245;p20"/>
            <p:cNvSpPr/>
            <p:nvPr/>
          </p:nvSpPr>
          <p:spPr>
            <a:xfrm>
              <a:off x="6350" y="6350"/>
              <a:ext cx="11916266" cy="6769510"/>
            </a:xfrm>
            <a:custGeom>
              <a:avLst/>
              <a:gdLst/>
              <a:ahLst/>
              <a:cxnLst/>
              <a:rect l="l" t="t" r="r" b="b"/>
              <a:pathLst>
                <a:path w="11916266" h="6769510" extrusionOk="0">
                  <a:moveTo>
                    <a:pt x="0" y="0"/>
                  </a:moveTo>
                  <a:lnTo>
                    <a:pt x="11916266" y="0"/>
                  </a:lnTo>
                  <a:lnTo>
                    <a:pt x="11916266" y="6769510"/>
                  </a:lnTo>
                  <a:lnTo>
                    <a:pt x="0" y="6769510"/>
                  </a:lnTo>
                  <a:close/>
                </a:path>
              </a:pathLst>
            </a:custGeom>
            <a:solidFill>
              <a:srgbClr val="333333"/>
            </a:solidFill>
            <a:ln>
              <a:noFill/>
            </a:ln>
          </p:spPr>
        </p:sp>
        <p:sp>
          <p:nvSpPr>
            <p:cNvPr id="246" name="Google Shape;246;p20"/>
            <p:cNvSpPr/>
            <p:nvPr/>
          </p:nvSpPr>
          <p:spPr>
            <a:xfrm>
              <a:off x="0" y="0"/>
              <a:ext cx="11928966" cy="6782210"/>
            </a:xfrm>
            <a:custGeom>
              <a:avLst/>
              <a:gdLst/>
              <a:ahLst/>
              <a:cxnLst/>
              <a:rect l="l" t="t" r="r" b="b"/>
              <a:pathLst>
                <a:path w="11928966" h="6782210" extrusionOk="0">
                  <a:moveTo>
                    <a:pt x="6350" y="6782210"/>
                  </a:moveTo>
                  <a:lnTo>
                    <a:pt x="0" y="6782210"/>
                  </a:lnTo>
                  <a:lnTo>
                    <a:pt x="0" y="0"/>
                  </a:lnTo>
                  <a:lnTo>
                    <a:pt x="11928966" y="0"/>
                  </a:lnTo>
                  <a:lnTo>
                    <a:pt x="11928966" y="6782210"/>
                  </a:lnTo>
                  <a:lnTo>
                    <a:pt x="6350" y="6782210"/>
                  </a:lnTo>
                  <a:close/>
                  <a:moveTo>
                    <a:pt x="12700" y="12700"/>
                  </a:moveTo>
                  <a:lnTo>
                    <a:pt x="12700" y="6769510"/>
                  </a:lnTo>
                  <a:lnTo>
                    <a:pt x="11916266" y="6769510"/>
                  </a:lnTo>
                  <a:lnTo>
                    <a:pt x="11916266" y="12700"/>
                  </a:lnTo>
                  <a:lnTo>
                    <a:pt x="12700" y="12700"/>
                  </a:lnTo>
                  <a:close/>
                </a:path>
              </a:pathLst>
            </a:custGeom>
            <a:solidFill>
              <a:srgbClr val="F8F3E2"/>
            </a:solidFill>
            <a:ln>
              <a:noFill/>
            </a:ln>
          </p:spPr>
        </p:sp>
        <p:sp>
          <p:nvSpPr>
            <p:cNvPr id="247" name="Google Shape;247;p20"/>
            <p:cNvSpPr/>
            <p:nvPr/>
          </p:nvSpPr>
          <p:spPr>
            <a:xfrm>
              <a:off x="139700" y="140970"/>
              <a:ext cx="11648296" cy="6501540"/>
            </a:xfrm>
            <a:custGeom>
              <a:avLst/>
              <a:gdLst/>
              <a:ahLst/>
              <a:cxnLst/>
              <a:rect l="l" t="t" r="r" b="b"/>
              <a:pathLst>
                <a:path w="11648296" h="6501540" extrusionOk="0">
                  <a:moveTo>
                    <a:pt x="0" y="0"/>
                  </a:moveTo>
                  <a:lnTo>
                    <a:pt x="11648296" y="0"/>
                  </a:lnTo>
                  <a:lnTo>
                    <a:pt x="11648296" y="6501540"/>
                  </a:lnTo>
                  <a:lnTo>
                    <a:pt x="0" y="6501540"/>
                  </a:lnTo>
                  <a:close/>
                </a:path>
              </a:pathLst>
            </a:custGeom>
            <a:solidFill>
              <a:srgbClr val="F8F3E2"/>
            </a:solidFill>
            <a:ln>
              <a:noFill/>
            </a:ln>
          </p:spPr>
        </p:sp>
      </p:grpSp>
      <p:grpSp>
        <p:nvGrpSpPr>
          <p:cNvPr id="248" name="Google Shape;248;p20"/>
          <p:cNvGrpSpPr/>
          <p:nvPr/>
        </p:nvGrpSpPr>
        <p:grpSpPr>
          <a:xfrm>
            <a:off x="-9525" y="500453"/>
            <a:ext cx="18288000" cy="866143"/>
            <a:chOff x="0" y="-47625"/>
            <a:chExt cx="4816593" cy="228120"/>
          </a:xfrm>
        </p:grpSpPr>
        <p:sp>
          <p:nvSpPr>
            <p:cNvPr id="249" name="Google Shape;249;p20"/>
            <p:cNvSpPr/>
            <p:nvPr/>
          </p:nvSpPr>
          <p:spPr>
            <a:xfrm>
              <a:off x="0" y="0"/>
              <a:ext cx="4816592" cy="180495"/>
            </a:xfrm>
            <a:custGeom>
              <a:avLst/>
              <a:gdLst/>
              <a:ahLst/>
              <a:cxnLst/>
              <a:rect l="l" t="t" r="r" b="b"/>
              <a:pathLst>
                <a:path w="4816592" h="180495" extrusionOk="0">
                  <a:moveTo>
                    <a:pt x="0" y="0"/>
                  </a:moveTo>
                  <a:lnTo>
                    <a:pt x="4816592" y="0"/>
                  </a:lnTo>
                  <a:lnTo>
                    <a:pt x="4816592" y="180495"/>
                  </a:lnTo>
                  <a:lnTo>
                    <a:pt x="0" y="180495"/>
                  </a:lnTo>
                  <a:close/>
                </a:path>
              </a:pathLst>
            </a:custGeom>
            <a:solidFill>
              <a:srgbClr val="BFCDAC"/>
            </a:solidFill>
            <a:ln>
              <a:noFill/>
            </a:ln>
          </p:spPr>
        </p:sp>
        <p:sp>
          <p:nvSpPr>
            <p:cNvPr id="250" name="Google Shape;250;p20"/>
            <p:cNvSpPr txBox="1"/>
            <p:nvPr/>
          </p:nvSpPr>
          <p:spPr>
            <a:xfrm>
              <a:off x="0" y="-47625"/>
              <a:ext cx="4816593" cy="228120"/>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cxnSp>
        <p:nvCxnSpPr>
          <p:cNvPr id="251" name="Google Shape;251;p20"/>
          <p:cNvCxnSpPr/>
          <p:nvPr/>
        </p:nvCxnSpPr>
        <p:spPr>
          <a:xfrm>
            <a:off x="9144000" y="681279"/>
            <a:ext cx="0" cy="8173685"/>
          </a:xfrm>
          <a:prstGeom prst="straightConnector1">
            <a:avLst/>
          </a:prstGeom>
          <a:noFill/>
          <a:ln w="19050" cap="flat" cmpd="sng">
            <a:solidFill>
              <a:srgbClr val="333333"/>
            </a:solidFill>
            <a:prstDash val="solid"/>
            <a:round/>
            <a:headEnd type="none" w="sm" len="sm"/>
            <a:tailEnd type="none" w="sm" len="sm"/>
          </a:ln>
        </p:spPr>
      </p:cxnSp>
      <p:cxnSp>
        <p:nvCxnSpPr>
          <p:cNvPr id="252" name="Google Shape;252;p20"/>
          <p:cNvCxnSpPr/>
          <p:nvPr/>
        </p:nvCxnSpPr>
        <p:spPr>
          <a:xfrm>
            <a:off x="-9525" y="681279"/>
            <a:ext cx="18288000" cy="0"/>
          </a:xfrm>
          <a:prstGeom prst="straightConnector1">
            <a:avLst/>
          </a:prstGeom>
          <a:noFill/>
          <a:ln w="19050" cap="flat" cmpd="sng">
            <a:solidFill>
              <a:srgbClr val="333333"/>
            </a:solidFill>
            <a:prstDash val="solid"/>
            <a:round/>
            <a:headEnd type="none" w="sm" len="sm"/>
            <a:tailEnd type="none" w="sm" len="sm"/>
          </a:ln>
        </p:spPr>
      </p:cxnSp>
      <p:cxnSp>
        <p:nvCxnSpPr>
          <p:cNvPr id="253" name="Google Shape;253;p20"/>
          <p:cNvCxnSpPr/>
          <p:nvPr/>
        </p:nvCxnSpPr>
        <p:spPr>
          <a:xfrm>
            <a:off x="-9525" y="1357071"/>
            <a:ext cx="18288000" cy="0"/>
          </a:xfrm>
          <a:prstGeom prst="straightConnector1">
            <a:avLst/>
          </a:prstGeom>
          <a:noFill/>
          <a:ln w="19050" cap="flat" cmpd="sng">
            <a:solidFill>
              <a:srgbClr val="333333"/>
            </a:solidFill>
            <a:prstDash val="solid"/>
            <a:round/>
            <a:headEnd type="none" w="sm" len="sm"/>
            <a:tailEnd type="none" w="sm" len="sm"/>
          </a:ln>
        </p:spPr>
      </p:cxnSp>
      <p:cxnSp>
        <p:nvCxnSpPr>
          <p:cNvPr id="254" name="Google Shape;254;p20"/>
          <p:cNvCxnSpPr/>
          <p:nvPr/>
        </p:nvCxnSpPr>
        <p:spPr>
          <a:xfrm>
            <a:off x="4436408" y="1366596"/>
            <a:ext cx="0" cy="7629615"/>
          </a:xfrm>
          <a:prstGeom prst="straightConnector1">
            <a:avLst/>
          </a:prstGeom>
          <a:noFill/>
          <a:ln w="19050" cap="flat" cmpd="sng">
            <a:solidFill>
              <a:srgbClr val="333333"/>
            </a:solidFill>
            <a:prstDash val="solid"/>
            <a:round/>
            <a:headEnd type="none" w="sm" len="sm"/>
            <a:tailEnd type="none" w="sm" len="sm"/>
          </a:ln>
        </p:spPr>
      </p:cxnSp>
      <p:cxnSp>
        <p:nvCxnSpPr>
          <p:cNvPr id="255" name="Google Shape;255;p20"/>
          <p:cNvCxnSpPr/>
          <p:nvPr/>
        </p:nvCxnSpPr>
        <p:spPr>
          <a:xfrm>
            <a:off x="13851592" y="1366596"/>
            <a:ext cx="0" cy="7831026"/>
          </a:xfrm>
          <a:prstGeom prst="straightConnector1">
            <a:avLst/>
          </a:prstGeom>
          <a:noFill/>
          <a:ln w="19050" cap="flat" cmpd="sng">
            <a:solidFill>
              <a:srgbClr val="333333"/>
            </a:solidFill>
            <a:prstDash val="solid"/>
            <a:round/>
            <a:headEnd type="none" w="sm" len="sm"/>
            <a:tailEnd type="none" w="sm" len="sm"/>
          </a:ln>
        </p:spPr>
      </p:cxnSp>
      <p:sp>
        <p:nvSpPr>
          <p:cNvPr id="256" name="Google Shape;256;p20"/>
          <p:cNvSpPr txBox="1"/>
          <p:nvPr/>
        </p:nvSpPr>
        <p:spPr>
          <a:xfrm>
            <a:off x="8550069" y="9031605"/>
            <a:ext cx="1206912" cy="405765"/>
          </a:xfrm>
          <a:prstGeom prst="rect">
            <a:avLst/>
          </a:prstGeom>
          <a:noFill/>
          <a:ln>
            <a:noFill/>
          </a:ln>
        </p:spPr>
        <p:txBody>
          <a:bodyPr spcFirstLastPara="1" wrap="square" lIns="0" tIns="0" rIns="0" bIns="0" anchor="t" anchorCtr="0">
            <a:spAutoFit/>
          </a:bodyPr>
          <a:lstStyle/>
          <a:p>
            <a:pPr marL="0" marR="0" lvl="0" indent="0" algn="ctr" rtl="0">
              <a:lnSpc>
                <a:spcPct val="139958"/>
              </a:lnSpc>
              <a:spcBef>
                <a:spcPts val="0"/>
              </a:spcBef>
              <a:spcAft>
                <a:spcPts val="0"/>
              </a:spcAft>
              <a:buNone/>
            </a:pPr>
            <a:r>
              <a:rPr lang="en-US" sz="2400" b="1" i="0" u="none" strike="noStrike" cap="none">
                <a:solidFill>
                  <a:srgbClr val="333333"/>
                </a:solidFill>
                <a:latin typeface="Playfair Display"/>
                <a:ea typeface="Playfair Display"/>
                <a:cs typeface="Playfair Display"/>
                <a:sym typeface="Playfair Display"/>
              </a:rPr>
              <a:t>02</a:t>
            </a:r>
            <a:endParaRPr/>
          </a:p>
        </p:txBody>
      </p:sp>
      <p:sp>
        <p:nvSpPr>
          <p:cNvPr id="257" name="Google Shape;257;p20"/>
          <p:cNvSpPr txBox="1"/>
          <p:nvPr/>
        </p:nvSpPr>
        <p:spPr>
          <a:xfrm>
            <a:off x="5137167" y="5991592"/>
            <a:ext cx="3306074" cy="537845"/>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3200" b="1" i="0" u="none" strike="noStrike" cap="none" dirty="0">
                <a:solidFill>
                  <a:srgbClr val="333333"/>
                </a:solidFill>
                <a:latin typeface="Playfair Display"/>
                <a:ea typeface="Playfair Display"/>
                <a:cs typeface="Playfair Display"/>
                <a:sym typeface="Playfair Display"/>
              </a:rPr>
              <a:t>Our Projects</a:t>
            </a:r>
            <a:endParaRPr dirty="0"/>
          </a:p>
        </p:txBody>
      </p:sp>
      <p:sp>
        <p:nvSpPr>
          <p:cNvPr id="258" name="Google Shape;258;p20"/>
          <p:cNvSpPr txBox="1"/>
          <p:nvPr/>
        </p:nvSpPr>
        <p:spPr>
          <a:xfrm>
            <a:off x="5137167" y="7352105"/>
            <a:ext cx="3306074" cy="1357295"/>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2100" dirty="0">
                <a:solidFill>
                  <a:srgbClr val="333333"/>
                </a:solidFill>
                <a:latin typeface="Playfair Display"/>
                <a:sym typeface="Playfair Display"/>
              </a:rPr>
              <a:t>Built an end-to-end Financial Crime Analysis Project </a:t>
            </a:r>
            <a:endParaRPr dirty="0"/>
          </a:p>
        </p:txBody>
      </p:sp>
      <p:sp>
        <p:nvSpPr>
          <p:cNvPr id="259" name="Google Shape;259;p20"/>
          <p:cNvSpPr txBox="1"/>
          <p:nvPr/>
        </p:nvSpPr>
        <p:spPr>
          <a:xfrm>
            <a:off x="501684" y="5991592"/>
            <a:ext cx="3306000" cy="49260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3200" b="1" dirty="0">
                <a:solidFill>
                  <a:srgbClr val="333333"/>
                </a:solidFill>
                <a:latin typeface="Playfair Display"/>
                <a:ea typeface="Playfair Display"/>
                <a:cs typeface="Playfair Display"/>
                <a:sym typeface="Playfair Display"/>
              </a:rPr>
              <a:t>Introduction</a:t>
            </a:r>
            <a:endParaRPr dirty="0"/>
          </a:p>
        </p:txBody>
      </p:sp>
      <p:sp>
        <p:nvSpPr>
          <p:cNvPr id="260" name="Google Shape;260;p20"/>
          <p:cNvSpPr txBox="1"/>
          <p:nvPr/>
        </p:nvSpPr>
        <p:spPr>
          <a:xfrm>
            <a:off x="501684" y="7352105"/>
            <a:ext cx="3306074" cy="904863"/>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2100" dirty="0">
                <a:solidFill>
                  <a:srgbClr val="333333"/>
                </a:solidFill>
                <a:latin typeface="Playfair Display"/>
                <a:sym typeface="Playfair Display"/>
              </a:rPr>
              <a:t>Financial crime is a major global issue</a:t>
            </a:r>
            <a:endParaRPr dirty="0"/>
          </a:p>
        </p:txBody>
      </p:sp>
      <p:sp>
        <p:nvSpPr>
          <p:cNvPr id="261" name="Google Shape;261;p20"/>
          <p:cNvSpPr txBox="1"/>
          <p:nvPr/>
        </p:nvSpPr>
        <p:spPr>
          <a:xfrm>
            <a:off x="9600557" y="5991592"/>
            <a:ext cx="3794478" cy="537845"/>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3200" b="1" i="0" u="none" strike="noStrike" cap="none">
                <a:solidFill>
                  <a:srgbClr val="333333"/>
                </a:solidFill>
                <a:latin typeface="Playfair Display"/>
                <a:ea typeface="Playfair Display"/>
                <a:cs typeface="Playfair Display"/>
                <a:sym typeface="Playfair Display"/>
              </a:rPr>
              <a:t>About Us</a:t>
            </a:r>
            <a:endParaRPr/>
          </a:p>
        </p:txBody>
      </p:sp>
      <p:sp>
        <p:nvSpPr>
          <p:cNvPr id="262" name="Google Shape;262;p20"/>
          <p:cNvSpPr txBox="1"/>
          <p:nvPr/>
        </p:nvSpPr>
        <p:spPr>
          <a:xfrm>
            <a:off x="9769623" y="7352105"/>
            <a:ext cx="3306074" cy="904863"/>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2100" dirty="0">
                <a:solidFill>
                  <a:srgbClr val="333333"/>
                </a:solidFill>
                <a:latin typeface="Playfair Display"/>
                <a:sym typeface="Playfair Display"/>
              </a:rPr>
              <a:t>Using Python , MySQL  and Power BI</a:t>
            </a:r>
            <a:endParaRPr dirty="0"/>
          </a:p>
        </p:txBody>
      </p:sp>
      <p:sp>
        <p:nvSpPr>
          <p:cNvPr id="263" name="Google Shape;263;p20"/>
          <p:cNvSpPr txBox="1"/>
          <p:nvPr/>
        </p:nvSpPr>
        <p:spPr>
          <a:xfrm>
            <a:off x="14345991" y="7352105"/>
            <a:ext cx="3306074" cy="1357295"/>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2100" dirty="0">
                <a:solidFill>
                  <a:srgbClr val="333333"/>
                </a:solidFill>
                <a:latin typeface="Playfair Display"/>
                <a:ea typeface="Playfair Display"/>
                <a:cs typeface="Playfair Display"/>
                <a:sym typeface="Playfair Display"/>
              </a:rPr>
              <a:t>Data Analytics helps in identifying financial crime patterns</a:t>
            </a:r>
            <a:r>
              <a:rPr lang="en-US" sz="2100" b="0" i="0" u="none" strike="noStrike" cap="none" dirty="0">
                <a:solidFill>
                  <a:srgbClr val="333333"/>
                </a:solidFill>
                <a:latin typeface="Playfair Display"/>
                <a:ea typeface="Playfair Display"/>
                <a:cs typeface="Playfair Display"/>
                <a:sym typeface="Playfair Display"/>
              </a:rPr>
              <a:t> </a:t>
            </a:r>
            <a:endParaRPr dirty="0"/>
          </a:p>
        </p:txBody>
      </p:sp>
      <p:sp>
        <p:nvSpPr>
          <p:cNvPr id="264" name="Google Shape;264;p20"/>
          <p:cNvSpPr txBox="1"/>
          <p:nvPr/>
        </p:nvSpPr>
        <p:spPr>
          <a:xfrm>
            <a:off x="14101789" y="5991592"/>
            <a:ext cx="3794478" cy="537845"/>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3200" b="1" i="0" u="none" strike="noStrike" cap="none">
                <a:solidFill>
                  <a:srgbClr val="333333"/>
                </a:solidFill>
                <a:latin typeface="Playfair Display"/>
                <a:ea typeface="Playfair Display"/>
                <a:cs typeface="Playfair Display"/>
                <a:sym typeface="Playfair Display"/>
              </a:rPr>
              <a:t>Conclusion</a:t>
            </a:r>
            <a:endParaRPr/>
          </a:p>
        </p:txBody>
      </p:sp>
      <p:sp>
        <p:nvSpPr>
          <p:cNvPr id="265" name="Google Shape;265;p20"/>
          <p:cNvSpPr txBox="1"/>
          <p:nvPr/>
        </p:nvSpPr>
        <p:spPr>
          <a:xfrm>
            <a:off x="1839078" y="2874232"/>
            <a:ext cx="631286" cy="1676400"/>
          </a:xfrm>
          <a:prstGeom prst="rect">
            <a:avLst/>
          </a:prstGeom>
          <a:noFill/>
          <a:ln>
            <a:noFill/>
          </a:ln>
        </p:spPr>
        <p:txBody>
          <a:bodyPr spcFirstLastPara="1" wrap="square" lIns="0" tIns="0" rIns="0" bIns="0" anchor="t" anchorCtr="0">
            <a:spAutoFit/>
          </a:bodyPr>
          <a:lstStyle/>
          <a:p>
            <a:pPr marL="0" marR="0" lvl="0" indent="0" algn="ctr" rtl="0">
              <a:lnSpc>
                <a:spcPct val="120000"/>
              </a:lnSpc>
              <a:spcBef>
                <a:spcPts val="0"/>
              </a:spcBef>
              <a:spcAft>
                <a:spcPts val="0"/>
              </a:spcAft>
              <a:buNone/>
            </a:pPr>
            <a:r>
              <a:rPr lang="en-US" sz="11000" b="0" i="0" u="none" strike="noStrike" cap="none">
                <a:solidFill>
                  <a:srgbClr val="F8F3E2"/>
                </a:solidFill>
                <a:latin typeface="Six Caps"/>
                <a:ea typeface="Six Caps"/>
                <a:cs typeface="Six Caps"/>
                <a:sym typeface="Six Caps"/>
              </a:rPr>
              <a:t>1.</a:t>
            </a:r>
            <a:endParaRPr/>
          </a:p>
        </p:txBody>
      </p:sp>
      <p:sp>
        <p:nvSpPr>
          <p:cNvPr id="266" name="Google Shape;266;p20"/>
          <p:cNvSpPr txBox="1"/>
          <p:nvPr/>
        </p:nvSpPr>
        <p:spPr>
          <a:xfrm>
            <a:off x="6400798" y="2874232"/>
            <a:ext cx="631286" cy="1676400"/>
          </a:xfrm>
          <a:prstGeom prst="rect">
            <a:avLst/>
          </a:prstGeom>
          <a:noFill/>
          <a:ln>
            <a:noFill/>
          </a:ln>
        </p:spPr>
        <p:txBody>
          <a:bodyPr spcFirstLastPara="1" wrap="square" lIns="0" tIns="0" rIns="0" bIns="0" anchor="t" anchorCtr="0">
            <a:spAutoFit/>
          </a:bodyPr>
          <a:lstStyle/>
          <a:p>
            <a:pPr marL="0" marR="0" lvl="0" indent="0" algn="ctr" rtl="0">
              <a:lnSpc>
                <a:spcPct val="120000"/>
              </a:lnSpc>
              <a:spcBef>
                <a:spcPts val="0"/>
              </a:spcBef>
              <a:spcAft>
                <a:spcPts val="0"/>
              </a:spcAft>
              <a:buNone/>
            </a:pPr>
            <a:r>
              <a:rPr lang="en-US" sz="11000" b="0" i="0" u="none" strike="noStrike" cap="none">
                <a:solidFill>
                  <a:srgbClr val="F8F3E2"/>
                </a:solidFill>
                <a:latin typeface="Six Caps"/>
                <a:ea typeface="Six Caps"/>
                <a:cs typeface="Six Caps"/>
                <a:sym typeface="Six Caps"/>
              </a:rPr>
              <a:t>2.</a:t>
            </a:r>
            <a:endParaRPr/>
          </a:p>
        </p:txBody>
      </p:sp>
      <p:sp>
        <p:nvSpPr>
          <p:cNvPr id="267" name="Google Shape;267;p20"/>
          <p:cNvSpPr txBox="1"/>
          <p:nvPr/>
        </p:nvSpPr>
        <p:spPr>
          <a:xfrm>
            <a:off x="11108390" y="2874232"/>
            <a:ext cx="631286" cy="1676400"/>
          </a:xfrm>
          <a:prstGeom prst="rect">
            <a:avLst/>
          </a:prstGeom>
          <a:noFill/>
          <a:ln>
            <a:noFill/>
          </a:ln>
        </p:spPr>
        <p:txBody>
          <a:bodyPr spcFirstLastPara="1" wrap="square" lIns="0" tIns="0" rIns="0" bIns="0" anchor="t" anchorCtr="0">
            <a:spAutoFit/>
          </a:bodyPr>
          <a:lstStyle/>
          <a:p>
            <a:pPr marL="0" marR="0" lvl="0" indent="0" algn="ctr" rtl="0">
              <a:lnSpc>
                <a:spcPct val="120000"/>
              </a:lnSpc>
              <a:spcBef>
                <a:spcPts val="0"/>
              </a:spcBef>
              <a:spcAft>
                <a:spcPts val="0"/>
              </a:spcAft>
              <a:buNone/>
            </a:pPr>
            <a:r>
              <a:rPr lang="en-US" sz="11000" b="0" i="0" u="none" strike="noStrike" cap="none">
                <a:solidFill>
                  <a:srgbClr val="F8F3E2"/>
                </a:solidFill>
                <a:latin typeface="Six Caps"/>
                <a:ea typeface="Six Caps"/>
                <a:cs typeface="Six Caps"/>
                <a:sym typeface="Six Caps"/>
              </a:rPr>
              <a:t>3.</a:t>
            </a:r>
            <a:endParaRPr/>
          </a:p>
        </p:txBody>
      </p:sp>
      <p:sp>
        <p:nvSpPr>
          <p:cNvPr id="268" name="Google Shape;268;p20"/>
          <p:cNvSpPr txBox="1"/>
          <p:nvPr/>
        </p:nvSpPr>
        <p:spPr>
          <a:xfrm>
            <a:off x="15815982" y="2874232"/>
            <a:ext cx="631286" cy="1676400"/>
          </a:xfrm>
          <a:prstGeom prst="rect">
            <a:avLst/>
          </a:prstGeom>
          <a:noFill/>
          <a:ln>
            <a:noFill/>
          </a:ln>
        </p:spPr>
        <p:txBody>
          <a:bodyPr spcFirstLastPara="1" wrap="square" lIns="0" tIns="0" rIns="0" bIns="0" anchor="t" anchorCtr="0">
            <a:spAutoFit/>
          </a:bodyPr>
          <a:lstStyle/>
          <a:p>
            <a:pPr marL="0" marR="0" lvl="0" indent="0" algn="ctr" rtl="0">
              <a:lnSpc>
                <a:spcPct val="120000"/>
              </a:lnSpc>
              <a:spcBef>
                <a:spcPts val="0"/>
              </a:spcBef>
              <a:spcAft>
                <a:spcPts val="0"/>
              </a:spcAft>
              <a:buNone/>
            </a:pPr>
            <a:r>
              <a:rPr lang="en-US" sz="11000" b="0" i="0" u="none" strike="noStrike" cap="none">
                <a:solidFill>
                  <a:srgbClr val="F8F3E2"/>
                </a:solidFill>
                <a:latin typeface="Six Caps"/>
                <a:ea typeface="Six Caps"/>
                <a:cs typeface="Six Caps"/>
                <a:sym typeface="Six Caps"/>
              </a:rPr>
              <a:t>4.</a:t>
            </a:r>
            <a:endParaRPr/>
          </a:p>
        </p:txBody>
      </p:sp>
      <p:sp>
        <p:nvSpPr>
          <p:cNvPr id="269" name="Google Shape;269;p20"/>
          <p:cNvSpPr txBox="1"/>
          <p:nvPr/>
        </p:nvSpPr>
        <p:spPr>
          <a:xfrm>
            <a:off x="1005530" y="816293"/>
            <a:ext cx="4747570" cy="452432"/>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100" dirty="0">
                <a:solidFill>
                  <a:srgbClr val="333333"/>
                </a:solidFill>
                <a:latin typeface="Playfair Display"/>
                <a:ea typeface="Playfair Display"/>
                <a:cs typeface="Playfair Display"/>
                <a:sym typeface="Playfair Display"/>
              </a:rPr>
              <a:t>FIN</a:t>
            </a:r>
            <a:r>
              <a:rPr lang="en-US" sz="2100" b="0" i="0" u="none" strike="noStrike" cap="none" dirty="0">
                <a:solidFill>
                  <a:srgbClr val="333333"/>
                </a:solidFill>
                <a:latin typeface="Playfair Display"/>
                <a:ea typeface="Playfair Display"/>
                <a:cs typeface="Playfair Display"/>
                <a:sym typeface="Playfair Display"/>
              </a:rPr>
              <a:t>ANCIAL CRIME ANALYTICS</a:t>
            </a:r>
            <a:endParaRPr dirty="0"/>
          </a:p>
        </p:txBody>
      </p:sp>
      <p:sp>
        <p:nvSpPr>
          <p:cNvPr id="270" name="Google Shape;270;p20"/>
          <p:cNvSpPr txBox="1"/>
          <p:nvPr/>
        </p:nvSpPr>
        <p:spPr>
          <a:xfrm>
            <a:off x="12534900" y="831532"/>
            <a:ext cx="4747570" cy="452432"/>
          </a:xfrm>
          <a:prstGeom prst="rect">
            <a:avLst/>
          </a:prstGeom>
          <a:noFill/>
          <a:ln>
            <a:noFill/>
          </a:ln>
        </p:spPr>
        <p:txBody>
          <a:bodyPr spcFirstLastPara="1" wrap="square" lIns="0" tIns="0" rIns="0" bIns="0" anchor="t" anchorCtr="0">
            <a:spAutoFit/>
          </a:bodyPr>
          <a:lstStyle/>
          <a:p>
            <a:pPr marL="0" marR="0" lvl="0" indent="0" algn="r" rtl="0">
              <a:lnSpc>
                <a:spcPct val="140000"/>
              </a:lnSpc>
              <a:spcBef>
                <a:spcPts val="0"/>
              </a:spcBef>
              <a:spcAft>
                <a:spcPts val="0"/>
              </a:spcAft>
              <a:buNone/>
            </a:pPr>
            <a:r>
              <a:rPr lang="en-US" sz="2100" b="0" i="0" u="none" strike="noStrike" cap="none" dirty="0">
                <a:solidFill>
                  <a:srgbClr val="333333"/>
                </a:solidFill>
                <a:latin typeface="Playfair Display"/>
                <a:ea typeface="Playfair Display"/>
                <a:cs typeface="Playfair Display"/>
                <a:sym typeface="Playfair Display"/>
              </a:rPr>
              <a:t>DATE: </a:t>
            </a:r>
            <a:r>
              <a:rPr lang="en-US" sz="2100" dirty="0">
                <a:solidFill>
                  <a:srgbClr val="333333"/>
                </a:solidFill>
                <a:latin typeface="Playfair Display"/>
                <a:ea typeface="Playfair Display"/>
                <a:cs typeface="Playfair Display"/>
                <a:sym typeface="Playfair Display"/>
              </a:rPr>
              <a:t>29</a:t>
            </a:r>
            <a:r>
              <a:rPr lang="en-US" sz="2100" b="0" i="0" u="none" strike="noStrike" cap="none" dirty="0">
                <a:solidFill>
                  <a:srgbClr val="333333"/>
                </a:solidFill>
                <a:latin typeface="Playfair Display"/>
                <a:ea typeface="Playfair Display"/>
                <a:cs typeface="Playfair Display"/>
                <a:sym typeface="Playfair Display"/>
              </a:rPr>
              <a:t>| 04 |26 </a:t>
            </a:r>
            <a:endParaRP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41"/>
                                        </p:tgtEl>
                                        <p:attrNameLst>
                                          <p:attrName>style.visibility</p:attrName>
                                        </p:attrNameLst>
                                      </p:cBhvr>
                                      <p:to>
                                        <p:strVal val="visible"/>
                                      </p:to>
                                    </p:set>
                                    <p:animEffect transition="in" filter="fade">
                                      <p:cBhvr>
                                        <p:cTn id="7" dur="500"/>
                                        <p:tgtEl>
                                          <p:spTgt spid="241"/>
                                        </p:tgtEl>
                                      </p:cBhvr>
                                    </p:animEffect>
                                  </p:childTnLst>
                                </p:cTn>
                              </p:par>
                              <p:par>
                                <p:cTn id="8" presetID="10" presetClass="entr" presetSubtype="0" fill="hold" nodeType="withEffect">
                                  <p:stCondLst>
                                    <p:cond delay="0"/>
                                  </p:stCondLst>
                                  <p:childTnLst>
                                    <p:set>
                                      <p:cBhvr>
                                        <p:cTn id="9" dur="1" fill="hold">
                                          <p:stCondLst>
                                            <p:cond delay="0"/>
                                          </p:stCondLst>
                                        </p:cTn>
                                        <p:tgtEl>
                                          <p:spTgt spid="244"/>
                                        </p:tgtEl>
                                        <p:attrNameLst>
                                          <p:attrName>style.visibility</p:attrName>
                                        </p:attrNameLst>
                                      </p:cBhvr>
                                      <p:to>
                                        <p:strVal val="visible"/>
                                      </p:to>
                                    </p:set>
                                    <p:animEffect transition="in" filter="fade">
                                      <p:cBhvr>
                                        <p:cTn id="10" dur="500"/>
                                        <p:tgtEl>
                                          <p:spTgt spid="244"/>
                                        </p:tgtEl>
                                      </p:cBhvr>
                                    </p:animEffect>
                                  </p:childTnLst>
                                </p:cTn>
                              </p:par>
                              <p:par>
                                <p:cTn id="11" presetID="10" presetClass="entr" presetSubtype="0" fill="hold" nodeType="withEffect">
                                  <p:stCondLst>
                                    <p:cond delay="0"/>
                                  </p:stCondLst>
                                  <p:childTnLst>
                                    <p:set>
                                      <p:cBhvr>
                                        <p:cTn id="12" dur="1" fill="hold">
                                          <p:stCondLst>
                                            <p:cond delay="0"/>
                                          </p:stCondLst>
                                        </p:cTn>
                                        <p:tgtEl>
                                          <p:spTgt spid="248"/>
                                        </p:tgtEl>
                                        <p:attrNameLst>
                                          <p:attrName>style.visibility</p:attrName>
                                        </p:attrNameLst>
                                      </p:cBhvr>
                                      <p:to>
                                        <p:strVal val="visible"/>
                                      </p:to>
                                    </p:set>
                                    <p:animEffect transition="in" filter="fade">
                                      <p:cBhvr>
                                        <p:cTn id="13" dur="500"/>
                                        <p:tgtEl>
                                          <p:spTgt spid="248"/>
                                        </p:tgtEl>
                                      </p:cBhvr>
                                    </p:animEffect>
                                  </p:childTnLst>
                                </p:cTn>
                              </p:par>
                              <p:par>
                                <p:cTn id="14" presetID="10" presetClass="entr" presetSubtype="0" fill="hold" nodeType="withEffect">
                                  <p:stCondLst>
                                    <p:cond delay="0"/>
                                  </p:stCondLst>
                                  <p:childTnLst>
                                    <p:set>
                                      <p:cBhvr>
                                        <p:cTn id="15" dur="1" fill="hold">
                                          <p:stCondLst>
                                            <p:cond delay="0"/>
                                          </p:stCondLst>
                                        </p:cTn>
                                        <p:tgtEl>
                                          <p:spTgt spid="251"/>
                                        </p:tgtEl>
                                        <p:attrNameLst>
                                          <p:attrName>style.visibility</p:attrName>
                                        </p:attrNameLst>
                                      </p:cBhvr>
                                      <p:to>
                                        <p:strVal val="visible"/>
                                      </p:to>
                                    </p:set>
                                    <p:animEffect transition="in" filter="fade">
                                      <p:cBhvr>
                                        <p:cTn id="16" dur="500"/>
                                        <p:tgtEl>
                                          <p:spTgt spid="251"/>
                                        </p:tgtEl>
                                      </p:cBhvr>
                                    </p:animEffect>
                                  </p:childTnLst>
                                </p:cTn>
                              </p:par>
                              <p:par>
                                <p:cTn id="17" presetID="10" presetClass="entr" presetSubtype="0" fill="hold" nodeType="withEffect">
                                  <p:stCondLst>
                                    <p:cond delay="0"/>
                                  </p:stCondLst>
                                  <p:childTnLst>
                                    <p:set>
                                      <p:cBhvr>
                                        <p:cTn id="18" dur="1" fill="hold">
                                          <p:stCondLst>
                                            <p:cond delay="0"/>
                                          </p:stCondLst>
                                        </p:cTn>
                                        <p:tgtEl>
                                          <p:spTgt spid="252"/>
                                        </p:tgtEl>
                                        <p:attrNameLst>
                                          <p:attrName>style.visibility</p:attrName>
                                        </p:attrNameLst>
                                      </p:cBhvr>
                                      <p:to>
                                        <p:strVal val="visible"/>
                                      </p:to>
                                    </p:set>
                                    <p:animEffect transition="in" filter="fade">
                                      <p:cBhvr>
                                        <p:cTn id="19" dur="500"/>
                                        <p:tgtEl>
                                          <p:spTgt spid="252"/>
                                        </p:tgtEl>
                                      </p:cBhvr>
                                    </p:animEffect>
                                  </p:childTnLst>
                                </p:cTn>
                              </p:par>
                              <p:par>
                                <p:cTn id="20" presetID="10" presetClass="entr" presetSubtype="0" fill="hold" nodeType="withEffect">
                                  <p:stCondLst>
                                    <p:cond delay="0"/>
                                  </p:stCondLst>
                                  <p:childTnLst>
                                    <p:set>
                                      <p:cBhvr>
                                        <p:cTn id="21" dur="1" fill="hold">
                                          <p:stCondLst>
                                            <p:cond delay="0"/>
                                          </p:stCondLst>
                                        </p:cTn>
                                        <p:tgtEl>
                                          <p:spTgt spid="253"/>
                                        </p:tgtEl>
                                        <p:attrNameLst>
                                          <p:attrName>style.visibility</p:attrName>
                                        </p:attrNameLst>
                                      </p:cBhvr>
                                      <p:to>
                                        <p:strVal val="visible"/>
                                      </p:to>
                                    </p:set>
                                    <p:animEffect transition="in" filter="fade">
                                      <p:cBhvr>
                                        <p:cTn id="22" dur="500"/>
                                        <p:tgtEl>
                                          <p:spTgt spid="253"/>
                                        </p:tgtEl>
                                      </p:cBhvr>
                                    </p:animEffect>
                                  </p:childTnLst>
                                </p:cTn>
                              </p:par>
                              <p:par>
                                <p:cTn id="23" presetID="10" presetClass="entr" presetSubtype="0" fill="hold" nodeType="withEffect">
                                  <p:stCondLst>
                                    <p:cond delay="0"/>
                                  </p:stCondLst>
                                  <p:childTnLst>
                                    <p:set>
                                      <p:cBhvr>
                                        <p:cTn id="24" dur="1" fill="hold">
                                          <p:stCondLst>
                                            <p:cond delay="0"/>
                                          </p:stCondLst>
                                        </p:cTn>
                                        <p:tgtEl>
                                          <p:spTgt spid="254"/>
                                        </p:tgtEl>
                                        <p:attrNameLst>
                                          <p:attrName>style.visibility</p:attrName>
                                        </p:attrNameLst>
                                      </p:cBhvr>
                                      <p:to>
                                        <p:strVal val="visible"/>
                                      </p:to>
                                    </p:set>
                                    <p:animEffect transition="in" filter="fade">
                                      <p:cBhvr>
                                        <p:cTn id="25" dur="500"/>
                                        <p:tgtEl>
                                          <p:spTgt spid="254"/>
                                        </p:tgtEl>
                                      </p:cBhvr>
                                    </p:animEffect>
                                  </p:childTnLst>
                                </p:cTn>
                              </p:par>
                              <p:par>
                                <p:cTn id="26" presetID="10" presetClass="entr" presetSubtype="0" fill="hold" nodeType="withEffect">
                                  <p:stCondLst>
                                    <p:cond delay="0"/>
                                  </p:stCondLst>
                                  <p:childTnLst>
                                    <p:set>
                                      <p:cBhvr>
                                        <p:cTn id="27" dur="1" fill="hold">
                                          <p:stCondLst>
                                            <p:cond delay="0"/>
                                          </p:stCondLst>
                                        </p:cTn>
                                        <p:tgtEl>
                                          <p:spTgt spid="255"/>
                                        </p:tgtEl>
                                        <p:attrNameLst>
                                          <p:attrName>style.visibility</p:attrName>
                                        </p:attrNameLst>
                                      </p:cBhvr>
                                      <p:to>
                                        <p:strVal val="visible"/>
                                      </p:to>
                                    </p:set>
                                    <p:animEffect transition="in" filter="fade">
                                      <p:cBhvr>
                                        <p:cTn id="28" dur="500"/>
                                        <p:tgtEl>
                                          <p:spTgt spid="255"/>
                                        </p:tgtEl>
                                      </p:cBhvr>
                                    </p:animEffect>
                                  </p:childTnLst>
                                </p:cTn>
                              </p:par>
                              <p:par>
                                <p:cTn id="29" presetID="10" presetClass="entr" presetSubtype="0" fill="hold" nodeType="withEffect">
                                  <p:stCondLst>
                                    <p:cond delay="0"/>
                                  </p:stCondLst>
                                  <p:childTnLst>
                                    <p:set>
                                      <p:cBhvr>
                                        <p:cTn id="30" dur="1" fill="hold">
                                          <p:stCondLst>
                                            <p:cond delay="0"/>
                                          </p:stCondLst>
                                        </p:cTn>
                                        <p:tgtEl>
                                          <p:spTgt spid="256"/>
                                        </p:tgtEl>
                                        <p:attrNameLst>
                                          <p:attrName>style.visibility</p:attrName>
                                        </p:attrNameLst>
                                      </p:cBhvr>
                                      <p:to>
                                        <p:strVal val="visible"/>
                                      </p:to>
                                    </p:set>
                                    <p:animEffect transition="in" filter="fade">
                                      <p:cBhvr>
                                        <p:cTn id="31" dur="500"/>
                                        <p:tgtEl>
                                          <p:spTgt spid="256"/>
                                        </p:tgtEl>
                                      </p:cBhvr>
                                    </p:animEffect>
                                  </p:childTnLst>
                                </p:cTn>
                              </p:par>
                              <p:par>
                                <p:cTn id="32" presetID="10" presetClass="entr" presetSubtype="0" fill="hold" nodeType="withEffect">
                                  <p:stCondLst>
                                    <p:cond delay="0"/>
                                  </p:stCondLst>
                                  <p:childTnLst>
                                    <p:set>
                                      <p:cBhvr>
                                        <p:cTn id="33" dur="1" fill="hold">
                                          <p:stCondLst>
                                            <p:cond delay="0"/>
                                          </p:stCondLst>
                                        </p:cTn>
                                        <p:tgtEl>
                                          <p:spTgt spid="257"/>
                                        </p:tgtEl>
                                        <p:attrNameLst>
                                          <p:attrName>style.visibility</p:attrName>
                                        </p:attrNameLst>
                                      </p:cBhvr>
                                      <p:to>
                                        <p:strVal val="visible"/>
                                      </p:to>
                                    </p:set>
                                    <p:animEffect transition="in" filter="fade">
                                      <p:cBhvr>
                                        <p:cTn id="34" dur="500"/>
                                        <p:tgtEl>
                                          <p:spTgt spid="257"/>
                                        </p:tgtEl>
                                      </p:cBhvr>
                                    </p:animEffect>
                                  </p:childTnLst>
                                </p:cTn>
                              </p:par>
                              <p:par>
                                <p:cTn id="35" presetID="10" presetClass="entr" presetSubtype="0" fill="hold" nodeType="withEffect">
                                  <p:stCondLst>
                                    <p:cond delay="0"/>
                                  </p:stCondLst>
                                  <p:childTnLst>
                                    <p:set>
                                      <p:cBhvr>
                                        <p:cTn id="36" dur="1" fill="hold">
                                          <p:stCondLst>
                                            <p:cond delay="0"/>
                                          </p:stCondLst>
                                        </p:cTn>
                                        <p:tgtEl>
                                          <p:spTgt spid="258"/>
                                        </p:tgtEl>
                                        <p:attrNameLst>
                                          <p:attrName>style.visibility</p:attrName>
                                        </p:attrNameLst>
                                      </p:cBhvr>
                                      <p:to>
                                        <p:strVal val="visible"/>
                                      </p:to>
                                    </p:set>
                                    <p:animEffect transition="in" filter="fade">
                                      <p:cBhvr>
                                        <p:cTn id="37" dur="500"/>
                                        <p:tgtEl>
                                          <p:spTgt spid="258"/>
                                        </p:tgtEl>
                                      </p:cBhvr>
                                    </p:animEffect>
                                  </p:childTnLst>
                                </p:cTn>
                              </p:par>
                              <p:par>
                                <p:cTn id="38" presetID="10" presetClass="entr" presetSubtype="0" fill="hold" nodeType="withEffect">
                                  <p:stCondLst>
                                    <p:cond delay="0"/>
                                  </p:stCondLst>
                                  <p:childTnLst>
                                    <p:set>
                                      <p:cBhvr>
                                        <p:cTn id="39" dur="1" fill="hold">
                                          <p:stCondLst>
                                            <p:cond delay="0"/>
                                          </p:stCondLst>
                                        </p:cTn>
                                        <p:tgtEl>
                                          <p:spTgt spid="259"/>
                                        </p:tgtEl>
                                        <p:attrNameLst>
                                          <p:attrName>style.visibility</p:attrName>
                                        </p:attrNameLst>
                                      </p:cBhvr>
                                      <p:to>
                                        <p:strVal val="visible"/>
                                      </p:to>
                                    </p:set>
                                    <p:animEffect transition="in" filter="fade">
                                      <p:cBhvr>
                                        <p:cTn id="40" dur="500"/>
                                        <p:tgtEl>
                                          <p:spTgt spid="259"/>
                                        </p:tgtEl>
                                      </p:cBhvr>
                                    </p:animEffect>
                                  </p:childTnLst>
                                </p:cTn>
                              </p:par>
                              <p:par>
                                <p:cTn id="41" presetID="10" presetClass="entr" presetSubtype="0" fill="hold" nodeType="withEffect">
                                  <p:stCondLst>
                                    <p:cond delay="0"/>
                                  </p:stCondLst>
                                  <p:childTnLst>
                                    <p:set>
                                      <p:cBhvr>
                                        <p:cTn id="42" dur="1" fill="hold">
                                          <p:stCondLst>
                                            <p:cond delay="0"/>
                                          </p:stCondLst>
                                        </p:cTn>
                                        <p:tgtEl>
                                          <p:spTgt spid="260"/>
                                        </p:tgtEl>
                                        <p:attrNameLst>
                                          <p:attrName>style.visibility</p:attrName>
                                        </p:attrNameLst>
                                      </p:cBhvr>
                                      <p:to>
                                        <p:strVal val="visible"/>
                                      </p:to>
                                    </p:set>
                                    <p:animEffect transition="in" filter="fade">
                                      <p:cBhvr>
                                        <p:cTn id="43" dur="500"/>
                                        <p:tgtEl>
                                          <p:spTgt spid="260"/>
                                        </p:tgtEl>
                                      </p:cBhvr>
                                    </p:animEffect>
                                  </p:childTnLst>
                                </p:cTn>
                              </p:par>
                              <p:par>
                                <p:cTn id="44" presetID="10" presetClass="entr" presetSubtype="0" fill="hold" nodeType="withEffect">
                                  <p:stCondLst>
                                    <p:cond delay="0"/>
                                  </p:stCondLst>
                                  <p:childTnLst>
                                    <p:set>
                                      <p:cBhvr>
                                        <p:cTn id="45" dur="1" fill="hold">
                                          <p:stCondLst>
                                            <p:cond delay="0"/>
                                          </p:stCondLst>
                                        </p:cTn>
                                        <p:tgtEl>
                                          <p:spTgt spid="261"/>
                                        </p:tgtEl>
                                        <p:attrNameLst>
                                          <p:attrName>style.visibility</p:attrName>
                                        </p:attrNameLst>
                                      </p:cBhvr>
                                      <p:to>
                                        <p:strVal val="visible"/>
                                      </p:to>
                                    </p:set>
                                    <p:animEffect transition="in" filter="fade">
                                      <p:cBhvr>
                                        <p:cTn id="46" dur="500"/>
                                        <p:tgtEl>
                                          <p:spTgt spid="261"/>
                                        </p:tgtEl>
                                      </p:cBhvr>
                                    </p:animEffect>
                                  </p:childTnLst>
                                </p:cTn>
                              </p:par>
                              <p:par>
                                <p:cTn id="47" presetID="10" presetClass="entr" presetSubtype="0" fill="hold" nodeType="withEffect">
                                  <p:stCondLst>
                                    <p:cond delay="0"/>
                                  </p:stCondLst>
                                  <p:childTnLst>
                                    <p:set>
                                      <p:cBhvr>
                                        <p:cTn id="48" dur="1" fill="hold">
                                          <p:stCondLst>
                                            <p:cond delay="0"/>
                                          </p:stCondLst>
                                        </p:cTn>
                                        <p:tgtEl>
                                          <p:spTgt spid="262"/>
                                        </p:tgtEl>
                                        <p:attrNameLst>
                                          <p:attrName>style.visibility</p:attrName>
                                        </p:attrNameLst>
                                      </p:cBhvr>
                                      <p:to>
                                        <p:strVal val="visible"/>
                                      </p:to>
                                    </p:set>
                                    <p:animEffect transition="in" filter="fade">
                                      <p:cBhvr>
                                        <p:cTn id="49" dur="500"/>
                                        <p:tgtEl>
                                          <p:spTgt spid="262"/>
                                        </p:tgtEl>
                                      </p:cBhvr>
                                    </p:animEffect>
                                  </p:childTnLst>
                                </p:cTn>
                              </p:par>
                              <p:par>
                                <p:cTn id="50" presetID="10" presetClass="entr" presetSubtype="0" fill="hold" nodeType="withEffect">
                                  <p:stCondLst>
                                    <p:cond delay="0"/>
                                  </p:stCondLst>
                                  <p:childTnLst>
                                    <p:set>
                                      <p:cBhvr>
                                        <p:cTn id="51" dur="1" fill="hold">
                                          <p:stCondLst>
                                            <p:cond delay="0"/>
                                          </p:stCondLst>
                                        </p:cTn>
                                        <p:tgtEl>
                                          <p:spTgt spid="263"/>
                                        </p:tgtEl>
                                        <p:attrNameLst>
                                          <p:attrName>style.visibility</p:attrName>
                                        </p:attrNameLst>
                                      </p:cBhvr>
                                      <p:to>
                                        <p:strVal val="visible"/>
                                      </p:to>
                                    </p:set>
                                    <p:animEffect transition="in" filter="fade">
                                      <p:cBhvr>
                                        <p:cTn id="52" dur="500"/>
                                        <p:tgtEl>
                                          <p:spTgt spid="263"/>
                                        </p:tgtEl>
                                      </p:cBhvr>
                                    </p:animEffect>
                                  </p:childTnLst>
                                </p:cTn>
                              </p:par>
                              <p:par>
                                <p:cTn id="53" presetID="10" presetClass="entr" presetSubtype="0" fill="hold" nodeType="withEffect">
                                  <p:stCondLst>
                                    <p:cond delay="0"/>
                                  </p:stCondLst>
                                  <p:childTnLst>
                                    <p:set>
                                      <p:cBhvr>
                                        <p:cTn id="54" dur="1" fill="hold">
                                          <p:stCondLst>
                                            <p:cond delay="0"/>
                                          </p:stCondLst>
                                        </p:cTn>
                                        <p:tgtEl>
                                          <p:spTgt spid="264"/>
                                        </p:tgtEl>
                                        <p:attrNameLst>
                                          <p:attrName>style.visibility</p:attrName>
                                        </p:attrNameLst>
                                      </p:cBhvr>
                                      <p:to>
                                        <p:strVal val="visible"/>
                                      </p:to>
                                    </p:set>
                                    <p:animEffect transition="in" filter="fade">
                                      <p:cBhvr>
                                        <p:cTn id="55" dur="500"/>
                                        <p:tgtEl>
                                          <p:spTgt spid="264"/>
                                        </p:tgtEl>
                                      </p:cBhvr>
                                    </p:animEffect>
                                  </p:childTnLst>
                                </p:cTn>
                              </p:par>
                              <p:par>
                                <p:cTn id="56" presetID="10" presetClass="entr" presetSubtype="0" fill="hold" nodeType="withEffect">
                                  <p:stCondLst>
                                    <p:cond delay="0"/>
                                  </p:stCondLst>
                                  <p:childTnLst>
                                    <p:set>
                                      <p:cBhvr>
                                        <p:cTn id="57" dur="1" fill="hold">
                                          <p:stCondLst>
                                            <p:cond delay="0"/>
                                          </p:stCondLst>
                                        </p:cTn>
                                        <p:tgtEl>
                                          <p:spTgt spid="265"/>
                                        </p:tgtEl>
                                        <p:attrNameLst>
                                          <p:attrName>style.visibility</p:attrName>
                                        </p:attrNameLst>
                                      </p:cBhvr>
                                      <p:to>
                                        <p:strVal val="visible"/>
                                      </p:to>
                                    </p:set>
                                    <p:animEffect transition="in" filter="fade">
                                      <p:cBhvr>
                                        <p:cTn id="58" dur="500"/>
                                        <p:tgtEl>
                                          <p:spTgt spid="265"/>
                                        </p:tgtEl>
                                      </p:cBhvr>
                                    </p:animEffect>
                                  </p:childTnLst>
                                </p:cTn>
                              </p:par>
                              <p:par>
                                <p:cTn id="59" presetID="10" presetClass="entr" presetSubtype="0" fill="hold" nodeType="withEffect">
                                  <p:stCondLst>
                                    <p:cond delay="0"/>
                                  </p:stCondLst>
                                  <p:childTnLst>
                                    <p:set>
                                      <p:cBhvr>
                                        <p:cTn id="60" dur="1" fill="hold">
                                          <p:stCondLst>
                                            <p:cond delay="0"/>
                                          </p:stCondLst>
                                        </p:cTn>
                                        <p:tgtEl>
                                          <p:spTgt spid="266"/>
                                        </p:tgtEl>
                                        <p:attrNameLst>
                                          <p:attrName>style.visibility</p:attrName>
                                        </p:attrNameLst>
                                      </p:cBhvr>
                                      <p:to>
                                        <p:strVal val="visible"/>
                                      </p:to>
                                    </p:set>
                                    <p:animEffect transition="in" filter="fade">
                                      <p:cBhvr>
                                        <p:cTn id="61" dur="500"/>
                                        <p:tgtEl>
                                          <p:spTgt spid="266"/>
                                        </p:tgtEl>
                                      </p:cBhvr>
                                    </p:animEffect>
                                  </p:childTnLst>
                                </p:cTn>
                              </p:par>
                              <p:par>
                                <p:cTn id="62" presetID="10" presetClass="entr" presetSubtype="0" fill="hold" nodeType="withEffect">
                                  <p:stCondLst>
                                    <p:cond delay="0"/>
                                  </p:stCondLst>
                                  <p:childTnLst>
                                    <p:set>
                                      <p:cBhvr>
                                        <p:cTn id="63" dur="1" fill="hold">
                                          <p:stCondLst>
                                            <p:cond delay="0"/>
                                          </p:stCondLst>
                                        </p:cTn>
                                        <p:tgtEl>
                                          <p:spTgt spid="267"/>
                                        </p:tgtEl>
                                        <p:attrNameLst>
                                          <p:attrName>style.visibility</p:attrName>
                                        </p:attrNameLst>
                                      </p:cBhvr>
                                      <p:to>
                                        <p:strVal val="visible"/>
                                      </p:to>
                                    </p:set>
                                    <p:animEffect transition="in" filter="fade">
                                      <p:cBhvr>
                                        <p:cTn id="64" dur="500"/>
                                        <p:tgtEl>
                                          <p:spTgt spid="267"/>
                                        </p:tgtEl>
                                      </p:cBhvr>
                                    </p:animEffect>
                                  </p:childTnLst>
                                </p:cTn>
                              </p:par>
                              <p:par>
                                <p:cTn id="65" presetID="10" presetClass="entr" presetSubtype="0" fill="hold" nodeType="withEffect">
                                  <p:stCondLst>
                                    <p:cond delay="0"/>
                                  </p:stCondLst>
                                  <p:childTnLst>
                                    <p:set>
                                      <p:cBhvr>
                                        <p:cTn id="66" dur="1" fill="hold">
                                          <p:stCondLst>
                                            <p:cond delay="0"/>
                                          </p:stCondLst>
                                        </p:cTn>
                                        <p:tgtEl>
                                          <p:spTgt spid="268"/>
                                        </p:tgtEl>
                                        <p:attrNameLst>
                                          <p:attrName>style.visibility</p:attrName>
                                        </p:attrNameLst>
                                      </p:cBhvr>
                                      <p:to>
                                        <p:strVal val="visible"/>
                                      </p:to>
                                    </p:set>
                                    <p:animEffect transition="in" filter="fade">
                                      <p:cBhvr>
                                        <p:cTn id="67" dur="500"/>
                                        <p:tgtEl>
                                          <p:spTgt spid="268"/>
                                        </p:tgtEl>
                                      </p:cBhvr>
                                    </p:animEffect>
                                  </p:childTnLst>
                                </p:cTn>
                              </p:par>
                              <p:par>
                                <p:cTn id="68" presetID="10" presetClass="entr" presetSubtype="0" fill="hold" nodeType="withEffect">
                                  <p:stCondLst>
                                    <p:cond delay="0"/>
                                  </p:stCondLst>
                                  <p:childTnLst>
                                    <p:set>
                                      <p:cBhvr>
                                        <p:cTn id="69" dur="1" fill="hold">
                                          <p:stCondLst>
                                            <p:cond delay="0"/>
                                          </p:stCondLst>
                                        </p:cTn>
                                        <p:tgtEl>
                                          <p:spTgt spid="269"/>
                                        </p:tgtEl>
                                        <p:attrNameLst>
                                          <p:attrName>style.visibility</p:attrName>
                                        </p:attrNameLst>
                                      </p:cBhvr>
                                      <p:to>
                                        <p:strVal val="visible"/>
                                      </p:to>
                                    </p:set>
                                    <p:animEffect transition="in" filter="fade">
                                      <p:cBhvr>
                                        <p:cTn id="70" dur="500"/>
                                        <p:tgtEl>
                                          <p:spTgt spid="269"/>
                                        </p:tgtEl>
                                      </p:cBhvr>
                                    </p:animEffect>
                                  </p:childTnLst>
                                </p:cTn>
                              </p:par>
                              <p:par>
                                <p:cTn id="71" presetID="10" presetClass="entr" presetSubtype="0" fill="hold" nodeType="withEffect">
                                  <p:stCondLst>
                                    <p:cond delay="0"/>
                                  </p:stCondLst>
                                  <p:childTnLst>
                                    <p:set>
                                      <p:cBhvr>
                                        <p:cTn id="72" dur="1" fill="hold">
                                          <p:stCondLst>
                                            <p:cond delay="0"/>
                                          </p:stCondLst>
                                        </p:cTn>
                                        <p:tgtEl>
                                          <p:spTgt spid="270"/>
                                        </p:tgtEl>
                                        <p:attrNameLst>
                                          <p:attrName>style.visibility</p:attrName>
                                        </p:attrNameLst>
                                      </p:cBhvr>
                                      <p:to>
                                        <p:strVal val="visible"/>
                                      </p:to>
                                    </p:set>
                                    <p:animEffect transition="in" filter="fade">
                                      <p:cBhvr>
                                        <p:cTn id="73" dur="500"/>
                                        <p:tgtEl>
                                          <p:spTgt spid="27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8F3E2"/>
        </a:solidFill>
        <a:effectLst/>
      </p:bgPr>
    </p:bg>
    <p:spTree>
      <p:nvGrpSpPr>
        <p:cNvPr id="1" name="Shape 294"/>
        <p:cNvGrpSpPr/>
        <p:nvPr/>
      </p:nvGrpSpPr>
      <p:grpSpPr>
        <a:xfrm>
          <a:off x="0" y="0"/>
          <a:ext cx="0" cy="0"/>
          <a:chOff x="0" y="0"/>
          <a:chExt cx="0" cy="0"/>
        </a:xfrm>
      </p:grpSpPr>
      <p:grpSp>
        <p:nvGrpSpPr>
          <p:cNvPr id="295" name="Google Shape;295;p22"/>
          <p:cNvGrpSpPr/>
          <p:nvPr/>
        </p:nvGrpSpPr>
        <p:grpSpPr>
          <a:xfrm>
            <a:off x="0" y="8851550"/>
            <a:ext cx="18288000" cy="668839"/>
            <a:chOff x="0" y="-38100"/>
            <a:chExt cx="4816593" cy="176155"/>
          </a:xfrm>
        </p:grpSpPr>
        <p:sp>
          <p:nvSpPr>
            <p:cNvPr id="296" name="Google Shape;296;p22"/>
            <p:cNvSpPr/>
            <p:nvPr/>
          </p:nvSpPr>
          <p:spPr>
            <a:xfrm>
              <a:off x="0" y="0"/>
              <a:ext cx="4816592" cy="138055"/>
            </a:xfrm>
            <a:custGeom>
              <a:avLst/>
              <a:gdLst/>
              <a:ahLst/>
              <a:cxnLst/>
              <a:rect l="l" t="t" r="r" b="b"/>
              <a:pathLst>
                <a:path w="4816592" h="138055" extrusionOk="0">
                  <a:moveTo>
                    <a:pt x="0" y="0"/>
                  </a:moveTo>
                  <a:lnTo>
                    <a:pt x="4816592" y="0"/>
                  </a:lnTo>
                  <a:lnTo>
                    <a:pt x="4816592" y="138055"/>
                  </a:lnTo>
                  <a:lnTo>
                    <a:pt x="0" y="138055"/>
                  </a:lnTo>
                  <a:close/>
                </a:path>
              </a:pathLst>
            </a:custGeom>
            <a:solidFill>
              <a:srgbClr val="333333"/>
            </a:solidFill>
            <a:ln>
              <a:noFill/>
            </a:ln>
          </p:spPr>
        </p:sp>
        <p:sp>
          <p:nvSpPr>
            <p:cNvPr id="297" name="Google Shape;297;p22"/>
            <p:cNvSpPr txBox="1"/>
            <p:nvPr/>
          </p:nvSpPr>
          <p:spPr>
            <a:xfrm>
              <a:off x="0" y="-38100"/>
              <a:ext cx="4816593" cy="176155"/>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98" name="Google Shape;298;p22"/>
          <p:cNvGrpSpPr/>
          <p:nvPr/>
        </p:nvGrpSpPr>
        <p:grpSpPr>
          <a:xfrm>
            <a:off x="8477618" y="8874014"/>
            <a:ext cx="1351813" cy="768573"/>
            <a:chOff x="0" y="0"/>
            <a:chExt cx="11928966" cy="6782210"/>
          </a:xfrm>
        </p:grpSpPr>
        <p:sp>
          <p:nvSpPr>
            <p:cNvPr id="299" name="Google Shape;299;p22"/>
            <p:cNvSpPr/>
            <p:nvPr/>
          </p:nvSpPr>
          <p:spPr>
            <a:xfrm>
              <a:off x="6350" y="6350"/>
              <a:ext cx="11916266" cy="6769510"/>
            </a:xfrm>
            <a:custGeom>
              <a:avLst/>
              <a:gdLst/>
              <a:ahLst/>
              <a:cxnLst/>
              <a:rect l="l" t="t" r="r" b="b"/>
              <a:pathLst>
                <a:path w="11916266" h="6769510" extrusionOk="0">
                  <a:moveTo>
                    <a:pt x="0" y="0"/>
                  </a:moveTo>
                  <a:lnTo>
                    <a:pt x="11916266" y="0"/>
                  </a:lnTo>
                  <a:lnTo>
                    <a:pt x="11916266" y="6769510"/>
                  </a:lnTo>
                  <a:lnTo>
                    <a:pt x="0" y="6769510"/>
                  </a:lnTo>
                  <a:close/>
                </a:path>
              </a:pathLst>
            </a:custGeom>
            <a:solidFill>
              <a:srgbClr val="333333"/>
            </a:solidFill>
            <a:ln>
              <a:noFill/>
            </a:ln>
          </p:spPr>
        </p:sp>
        <p:sp>
          <p:nvSpPr>
            <p:cNvPr id="300" name="Google Shape;300;p22"/>
            <p:cNvSpPr/>
            <p:nvPr/>
          </p:nvSpPr>
          <p:spPr>
            <a:xfrm>
              <a:off x="0" y="0"/>
              <a:ext cx="11928966" cy="6782210"/>
            </a:xfrm>
            <a:custGeom>
              <a:avLst/>
              <a:gdLst/>
              <a:ahLst/>
              <a:cxnLst/>
              <a:rect l="l" t="t" r="r" b="b"/>
              <a:pathLst>
                <a:path w="11928966" h="6782210" extrusionOk="0">
                  <a:moveTo>
                    <a:pt x="6350" y="6782210"/>
                  </a:moveTo>
                  <a:lnTo>
                    <a:pt x="0" y="6782210"/>
                  </a:lnTo>
                  <a:lnTo>
                    <a:pt x="0" y="0"/>
                  </a:lnTo>
                  <a:lnTo>
                    <a:pt x="11928966" y="0"/>
                  </a:lnTo>
                  <a:lnTo>
                    <a:pt x="11928966" y="6782210"/>
                  </a:lnTo>
                  <a:lnTo>
                    <a:pt x="6350" y="6782210"/>
                  </a:lnTo>
                  <a:close/>
                  <a:moveTo>
                    <a:pt x="12700" y="12700"/>
                  </a:moveTo>
                  <a:lnTo>
                    <a:pt x="12700" y="6769510"/>
                  </a:lnTo>
                  <a:lnTo>
                    <a:pt x="11916266" y="6769510"/>
                  </a:lnTo>
                  <a:lnTo>
                    <a:pt x="11916266" y="12700"/>
                  </a:lnTo>
                  <a:lnTo>
                    <a:pt x="12700" y="12700"/>
                  </a:lnTo>
                  <a:close/>
                </a:path>
              </a:pathLst>
            </a:custGeom>
            <a:solidFill>
              <a:srgbClr val="F8F3E2"/>
            </a:solidFill>
            <a:ln>
              <a:noFill/>
            </a:ln>
          </p:spPr>
        </p:sp>
        <p:sp>
          <p:nvSpPr>
            <p:cNvPr id="301" name="Google Shape;301;p22"/>
            <p:cNvSpPr/>
            <p:nvPr/>
          </p:nvSpPr>
          <p:spPr>
            <a:xfrm>
              <a:off x="139700" y="140970"/>
              <a:ext cx="11648296" cy="6501540"/>
            </a:xfrm>
            <a:custGeom>
              <a:avLst/>
              <a:gdLst/>
              <a:ahLst/>
              <a:cxnLst/>
              <a:rect l="l" t="t" r="r" b="b"/>
              <a:pathLst>
                <a:path w="11648296" h="6501540" extrusionOk="0">
                  <a:moveTo>
                    <a:pt x="0" y="0"/>
                  </a:moveTo>
                  <a:lnTo>
                    <a:pt x="11648296" y="0"/>
                  </a:lnTo>
                  <a:lnTo>
                    <a:pt x="11648296" y="6501540"/>
                  </a:lnTo>
                  <a:lnTo>
                    <a:pt x="0" y="6501540"/>
                  </a:lnTo>
                  <a:close/>
                </a:path>
              </a:pathLst>
            </a:custGeom>
            <a:solidFill>
              <a:srgbClr val="F8F3E2"/>
            </a:solidFill>
            <a:ln>
              <a:noFill/>
            </a:ln>
          </p:spPr>
        </p:sp>
      </p:grpSp>
      <p:sp>
        <p:nvSpPr>
          <p:cNvPr id="302" name="Google Shape;302;p22"/>
          <p:cNvSpPr txBox="1"/>
          <p:nvPr/>
        </p:nvSpPr>
        <p:spPr>
          <a:xfrm>
            <a:off x="8550069" y="9031605"/>
            <a:ext cx="1206912" cy="517065"/>
          </a:xfrm>
          <a:prstGeom prst="rect">
            <a:avLst/>
          </a:prstGeom>
          <a:noFill/>
          <a:ln>
            <a:noFill/>
          </a:ln>
        </p:spPr>
        <p:txBody>
          <a:bodyPr spcFirstLastPara="1" wrap="square" lIns="0" tIns="0" rIns="0" bIns="0" anchor="t" anchorCtr="0">
            <a:spAutoFit/>
          </a:bodyPr>
          <a:lstStyle/>
          <a:p>
            <a:pPr marL="0" marR="0" lvl="0" indent="0" algn="ctr" rtl="0">
              <a:lnSpc>
                <a:spcPct val="139958"/>
              </a:lnSpc>
              <a:spcBef>
                <a:spcPts val="0"/>
              </a:spcBef>
              <a:spcAft>
                <a:spcPts val="0"/>
              </a:spcAft>
              <a:buNone/>
            </a:pPr>
            <a:r>
              <a:rPr lang="en-US" sz="2400" b="1" i="0" u="none" strike="noStrike" cap="none" dirty="0">
                <a:solidFill>
                  <a:srgbClr val="333333"/>
                </a:solidFill>
                <a:latin typeface="Playfair Display"/>
                <a:ea typeface="Playfair Display"/>
                <a:cs typeface="Playfair Display"/>
                <a:sym typeface="Playfair Display"/>
              </a:rPr>
              <a:t>03</a:t>
            </a:r>
            <a:endParaRPr dirty="0"/>
          </a:p>
        </p:txBody>
      </p:sp>
      <p:grpSp>
        <p:nvGrpSpPr>
          <p:cNvPr id="303" name="Google Shape;303;p22"/>
          <p:cNvGrpSpPr/>
          <p:nvPr/>
        </p:nvGrpSpPr>
        <p:grpSpPr>
          <a:xfrm>
            <a:off x="-9525" y="500453"/>
            <a:ext cx="18288000" cy="866143"/>
            <a:chOff x="0" y="-47625"/>
            <a:chExt cx="4816593" cy="228120"/>
          </a:xfrm>
        </p:grpSpPr>
        <p:sp>
          <p:nvSpPr>
            <p:cNvPr id="304" name="Google Shape;304;p22"/>
            <p:cNvSpPr/>
            <p:nvPr/>
          </p:nvSpPr>
          <p:spPr>
            <a:xfrm>
              <a:off x="0" y="0"/>
              <a:ext cx="4816592" cy="180495"/>
            </a:xfrm>
            <a:custGeom>
              <a:avLst/>
              <a:gdLst/>
              <a:ahLst/>
              <a:cxnLst/>
              <a:rect l="l" t="t" r="r" b="b"/>
              <a:pathLst>
                <a:path w="4816592" h="180495" extrusionOk="0">
                  <a:moveTo>
                    <a:pt x="0" y="0"/>
                  </a:moveTo>
                  <a:lnTo>
                    <a:pt x="4816592" y="0"/>
                  </a:lnTo>
                  <a:lnTo>
                    <a:pt x="4816592" y="180495"/>
                  </a:lnTo>
                  <a:lnTo>
                    <a:pt x="0" y="180495"/>
                  </a:lnTo>
                  <a:close/>
                </a:path>
              </a:pathLst>
            </a:custGeom>
            <a:solidFill>
              <a:srgbClr val="BFCDAC"/>
            </a:solidFill>
            <a:ln>
              <a:noFill/>
            </a:ln>
          </p:spPr>
        </p:sp>
        <p:sp>
          <p:nvSpPr>
            <p:cNvPr id="305" name="Google Shape;305;p22"/>
            <p:cNvSpPr txBox="1"/>
            <p:nvPr/>
          </p:nvSpPr>
          <p:spPr>
            <a:xfrm>
              <a:off x="0" y="-47625"/>
              <a:ext cx="4816593" cy="228120"/>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cxnSp>
        <p:nvCxnSpPr>
          <p:cNvPr id="306" name="Google Shape;306;p22"/>
          <p:cNvCxnSpPr/>
          <p:nvPr/>
        </p:nvCxnSpPr>
        <p:spPr>
          <a:xfrm>
            <a:off x="9134475" y="700329"/>
            <a:ext cx="0" cy="666267"/>
          </a:xfrm>
          <a:prstGeom prst="straightConnector1">
            <a:avLst/>
          </a:prstGeom>
          <a:noFill/>
          <a:ln w="19050" cap="flat" cmpd="sng">
            <a:solidFill>
              <a:srgbClr val="333333"/>
            </a:solidFill>
            <a:prstDash val="solid"/>
            <a:round/>
            <a:headEnd type="none" w="sm" len="sm"/>
            <a:tailEnd type="none" w="sm" len="sm"/>
          </a:ln>
        </p:spPr>
      </p:cxnSp>
      <p:cxnSp>
        <p:nvCxnSpPr>
          <p:cNvPr id="307" name="Google Shape;307;p22"/>
          <p:cNvCxnSpPr/>
          <p:nvPr/>
        </p:nvCxnSpPr>
        <p:spPr>
          <a:xfrm>
            <a:off x="-9525" y="681279"/>
            <a:ext cx="18288000" cy="0"/>
          </a:xfrm>
          <a:prstGeom prst="straightConnector1">
            <a:avLst/>
          </a:prstGeom>
          <a:noFill/>
          <a:ln w="19050" cap="flat" cmpd="sng">
            <a:solidFill>
              <a:srgbClr val="333333"/>
            </a:solidFill>
            <a:prstDash val="solid"/>
            <a:round/>
            <a:headEnd type="none" w="sm" len="sm"/>
            <a:tailEnd type="none" w="sm" len="sm"/>
          </a:ln>
        </p:spPr>
      </p:cxnSp>
      <p:cxnSp>
        <p:nvCxnSpPr>
          <p:cNvPr id="308" name="Google Shape;308;p22"/>
          <p:cNvCxnSpPr/>
          <p:nvPr/>
        </p:nvCxnSpPr>
        <p:spPr>
          <a:xfrm>
            <a:off x="-9525" y="1357071"/>
            <a:ext cx="18288000" cy="0"/>
          </a:xfrm>
          <a:prstGeom prst="straightConnector1">
            <a:avLst/>
          </a:prstGeom>
          <a:noFill/>
          <a:ln w="19050" cap="flat" cmpd="sng">
            <a:solidFill>
              <a:srgbClr val="333333"/>
            </a:solidFill>
            <a:prstDash val="solid"/>
            <a:round/>
            <a:headEnd type="none" w="sm" len="sm"/>
            <a:tailEnd type="none" w="sm" len="sm"/>
          </a:ln>
        </p:spPr>
      </p:cxnSp>
      <p:pic>
        <p:nvPicPr>
          <p:cNvPr id="309" name="Google Shape;309;p22"/>
          <p:cNvPicPr preferRelativeResize="0"/>
          <p:nvPr/>
        </p:nvPicPr>
        <p:blipFill rotWithShape="1">
          <a:blip r:embed="rId3">
            <a:alphaModFix/>
          </a:blip>
          <a:srcRect l="4863" t="22658" r="22189"/>
          <a:stretch/>
        </p:blipFill>
        <p:spPr>
          <a:xfrm>
            <a:off x="9829432" y="2507541"/>
            <a:ext cx="7453039" cy="5235053"/>
          </a:xfrm>
          <a:prstGeom prst="rect">
            <a:avLst/>
          </a:prstGeom>
          <a:noFill/>
          <a:ln>
            <a:noFill/>
          </a:ln>
        </p:spPr>
      </p:pic>
      <p:sp>
        <p:nvSpPr>
          <p:cNvPr id="310" name="Google Shape;310;p22"/>
          <p:cNvSpPr txBox="1"/>
          <p:nvPr/>
        </p:nvSpPr>
        <p:spPr>
          <a:xfrm>
            <a:off x="708480" y="2507541"/>
            <a:ext cx="8718171" cy="2031325"/>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11000" dirty="0">
                <a:solidFill>
                  <a:srgbClr val="596548"/>
                </a:solidFill>
                <a:latin typeface="Six Caps"/>
                <a:sym typeface="Six Caps"/>
              </a:rPr>
              <a:t>PROJECT INTRODUCTION</a:t>
            </a:r>
            <a:endParaRPr dirty="0"/>
          </a:p>
        </p:txBody>
      </p:sp>
      <p:sp>
        <p:nvSpPr>
          <p:cNvPr id="311" name="Google Shape;311;p22"/>
          <p:cNvSpPr txBox="1"/>
          <p:nvPr/>
        </p:nvSpPr>
        <p:spPr>
          <a:xfrm>
            <a:off x="708480" y="5528984"/>
            <a:ext cx="7347346" cy="2714589"/>
          </a:xfrm>
          <a:prstGeom prst="rect">
            <a:avLst/>
          </a:prstGeom>
          <a:noFill/>
          <a:ln>
            <a:noFill/>
          </a:ln>
        </p:spPr>
        <p:txBody>
          <a:bodyPr spcFirstLastPara="1" wrap="square" lIns="0" tIns="0" rIns="0" bIns="0" anchor="t" anchorCtr="0">
            <a:spAutoFit/>
          </a:bodyPr>
          <a:lstStyle/>
          <a:p>
            <a:pPr marL="342900" marR="0" lvl="0" indent="-342900" algn="l" rtl="0">
              <a:lnSpc>
                <a:spcPct val="140000"/>
              </a:lnSpc>
              <a:spcBef>
                <a:spcPts val="0"/>
              </a:spcBef>
              <a:spcAft>
                <a:spcPts val="0"/>
              </a:spcAft>
              <a:buFont typeface="Arial" panose="020B0604020202020204" pitchFamily="34" charset="0"/>
              <a:buChar char="•"/>
            </a:pPr>
            <a:r>
              <a:rPr lang="en-US" sz="2100" dirty="0">
                <a:solidFill>
                  <a:srgbClr val="333333"/>
                </a:solidFill>
                <a:latin typeface="Playfair Display"/>
                <a:ea typeface="Playfair Display"/>
                <a:cs typeface="Playfair Display"/>
                <a:sym typeface="Playfair Display"/>
              </a:rPr>
              <a:t>Financial crime analysis using data analytics.</a:t>
            </a:r>
          </a:p>
          <a:p>
            <a:pPr marL="342900" marR="0" lvl="0" indent="-342900" algn="l" rtl="0">
              <a:lnSpc>
                <a:spcPct val="140000"/>
              </a:lnSpc>
              <a:spcBef>
                <a:spcPts val="0"/>
              </a:spcBef>
              <a:spcAft>
                <a:spcPts val="0"/>
              </a:spcAft>
              <a:buFont typeface="Arial" panose="020B0604020202020204" pitchFamily="34" charset="0"/>
              <a:buChar char="•"/>
            </a:pPr>
            <a:r>
              <a:rPr lang="en-US" sz="2100" b="0" i="0" u="none" strike="noStrike" cap="none" dirty="0">
                <a:solidFill>
                  <a:srgbClr val="333333"/>
                </a:solidFill>
                <a:latin typeface="Playfair Display"/>
                <a:ea typeface="Playfair Display"/>
                <a:cs typeface="Playfair Display"/>
                <a:sym typeface="Playfair Display"/>
              </a:rPr>
              <a:t>Bulit with Python ,MySQL and Power Bi.</a:t>
            </a:r>
          </a:p>
          <a:p>
            <a:pPr marL="342900" marR="0" lvl="0" indent="-342900" algn="l" rtl="0">
              <a:lnSpc>
                <a:spcPct val="140000"/>
              </a:lnSpc>
              <a:spcBef>
                <a:spcPts val="0"/>
              </a:spcBef>
              <a:spcAft>
                <a:spcPts val="0"/>
              </a:spcAft>
              <a:buFont typeface="Arial" panose="020B0604020202020204" pitchFamily="34" charset="0"/>
              <a:buChar char="•"/>
            </a:pPr>
            <a:r>
              <a:rPr lang="en-US" sz="2100" dirty="0">
                <a:solidFill>
                  <a:srgbClr val="333333"/>
                </a:solidFill>
                <a:latin typeface="Playfair Display"/>
                <a:ea typeface="Playfair Display"/>
                <a:cs typeface="Playfair Display"/>
                <a:sym typeface="Playfair Display"/>
              </a:rPr>
              <a:t>Identifies high-risk transactions and patterns.</a:t>
            </a:r>
          </a:p>
          <a:p>
            <a:pPr marL="342900" marR="0" lvl="0" indent="-342900" algn="l" rtl="0">
              <a:lnSpc>
                <a:spcPct val="140000"/>
              </a:lnSpc>
              <a:spcBef>
                <a:spcPts val="0"/>
              </a:spcBef>
              <a:spcAft>
                <a:spcPts val="0"/>
              </a:spcAft>
              <a:buFont typeface="Arial" panose="020B0604020202020204" pitchFamily="34" charset="0"/>
              <a:buChar char="•"/>
            </a:pPr>
            <a:r>
              <a:rPr lang="en-US" sz="2100" b="0" i="0" u="none" strike="noStrike" cap="none" dirty="0">
                <a:solidFill>
                  <a:srgbClr val="333333"/>
                </a:solidFill>
                <a:latin typeface="Playfair Display"/>
                <a:ea typeface="Playfair Display"/>
                <a:cs typeface="Playfair Display"/>
                <a:sym typeface="Playfair Display"/>
              </a:rPr>
              <a:t>Converts data into actionable insights</a:t>
            </a:r>
          </a:p>
          <a:p>
            <a:pPr marL="342900" marR="0" lvl="0" indent="-342900" algn="l" rtl="0">
              <a:lnSpc>
                <a:spcPct val="140000"/>
              </a:lnSpc>
              <a:spcBef>
                <a:spcPts val="0"/>
              </a:spcBef>
              <a:spcAft>
                <a:spcPts val="0"/>
              </a:spcAft>
              <a:buFont typeface="Arial" panose="020B0604020202020204" pitchFamily="34" charset="0"/>
              <a:buChar char="•"/>
            </a:pPr>
            <a:endParaRPr lang="en-US" sz="2100" b="0" i="0" u="none" strike="noStrike" cap="none" dirty="0">
              <a:solidFill>
                <a:srgbClr val="333333"/>
              </a:solidFill>
              <a:latin typeface="Playfair Display"/>
              <a:ea typeface="Playfair Display"/>
              <a:cs typeface="Playfair Display"/>
              <a:sym typeface="Playfair Display"/>
            </a:endParaRPr>
          </a:p>
          <a:p>
            <a:pPr marL="0" marR="0" lvl="0" indent="0" algn="l" rtl="0">
              <a:lnSpc>
                <a:spcPct val="140000"/>
              </a:lnSpc>
              <a:spcBef>
                <a:spcPts val="0"/>
              </a:spcBef>
              <a:spcAft>
                <a:spcPts val="0"/>
              </a:spcAft>
              <a:buNone/>
            </a:pPr>
            <a:endParaRPr sz="2100" b="0" i="0" u="none" strike="noStrike" cap="none" dirty="0">
              <a:solidFill>
                <a:srgbClr val="333333"/>
              </a:solidFill>
              <a:latin typeface="Playfair Display"/>
              <a:ea typeface="Playfair Display"/>
              <a:cs typeface="Playfair Display"/>
              <a:sym typeface="Playfair Display"/>
            </a:endParaRPr>
          </a:p>
        </p:txBody>
      </p:sp>
      <p:sp>
        <p:nvSpPr>
          <p:cNvPr id="312" name="Google Shape;312;p22"/>
          <p:cNvSpPr txBox="1"/>
          <p:nvPr/>
        </p:nvSpPr>
        <p:spPr>
          <a:xfrm>
            <a:off x="1005530" y="816293"/>
            <a:ext cx="4747570" cy="452432"/>
          </a:xfrm>
          <a:prstGeom prst="rect">
            <a:avLst/>
          </a:prstGeom>
          <a:noFill/>
          <a:ln>
            <a:noFill/>
          </a:ln>
        </p:spPr>
        <p:txBody>
          <a:bodyPr spcFirstLastPara="1" wrap="square" lIns="0" tIns="0" rIns="0" bIns="0" anchor="t" anchorCtr="0">
            <a:spAutoFit/>
          </a:bodyPr>
          <a:lstStyle/>
          <a:p>
            <a:pPr lvl="0">
              <a:lnSpc>
                <a:spcPct val="140000"/>
              </a:lnSpc>
            </a:pPr>
            <a:r>
              <a:rPr lang="en-US" sz="2100" dirty="0">
                <a:solidFill>
                  <a:srgbClr val="333333"/>
                </a:solidFill>
                <a:latin typeface="Playfair Display"/>
                <a:ea typeface="Playfair Display"/>
                <a:cs typeface="Playfair Display"/>
                <a:sym typeface="Playfair Display"/>
              </a:rPr>
              <a:t>FINANCIAL CRIME ANALYTICS</a:t>
            </a:r>
            <a:endParaRPr lang="en-US" sz="2400" dirty="0"/>
          </a:p>
        </p:txBody>
      </p:sp>
      <p:sp>
        <p:nvSpPr>
          <p:cNvPr id="313" name="Google Shape;313;p22"/>
          <p:cNvSpPr txBox="1"/>
          <p:nvPr/>
        </p:nvSpPr>
        <p:spPr>
          <a:xfrm>
            <a:off x="12534900" y="831532"/>
            <a:ext cx="4747570" cy="452432"/>
          </a:xfrm>
          <a:prstGeom prst="rect">
            <a:avLst/>
          </a:prstGeom>
          <a:noFill/>
          <a:ln>
            <a:noFill/>
          </a:ln>
        </p:spPr>
        <p:txBody>
          <a:bodyPr spcFirstLastPara="1" wrap="square" lIns="0" tIns="0" rIns="0" bIns="0" anchor="t" anchorCtr="0">
            <a:spAutoFit/>
          </a:bodyPr>
          <a:lstStyle/>
          <a:p>
            <a:pPr lvl="0" algn="r">
              <a:lnSpc>
                <a:spcPct val="140000"/>
              </a:lnSpc>
            </a:pPr>
            <a:r>
              <a:rPr lang="en-US" sz="2100" dirty="0">
                <a:solidFill>
                  <a:srgbClr val="333333"/>
                </a:solidFill>
                <a:latin typeface="Playfair Display"/>
                <a:ea typeface="Playfair Display"/>
                <a:cs typeface="Playfair Display"/>
                <a:sym typeface="Playfair Display"/>
              </a:rPr>
              <a:t>DATE: 29| 04 |26 </a:t>
            </a:r>
            <a:endParaRPr lang="en-US" sz="2400" dirty="0"/>
          </a:p>
        </p:txBody>
      </p:sp>
      <p:grpSp>
        <p:nvGrpSpPr>
          <p:cNvPr id="314" name="Google Shape;314;p22"/>
          <p:cNvGrpSpPr/>
          <p:nvPr/>
        </p:nvGrpSpPr>
        <p:grpSpPr>
          <a:xfrm>
            <a:off x="708480" y="4564058"/>
            <a:ext cx="4747570" cy="478247"/>
            <a:chOff x="0" y="-38100"/>
            <a:chExt cx="1250389" cy="125958"/>
          </a:xfrm>
        </p:grpSpPr>
        <p:sp>
          <p:nvSpPr>
            <p:cNvPr id="315" name="Google Shape;315;p22"/>
            <p:cNvSpPr/>
            <p:nvPr/>
          </p:nvSpPr>
          <p:spPr>
            <a:xfrm>
              <a:off x="0" y="0"/>
              <a:ext cx="1250389" cy="87858"/>
            </a:xfrm>
            <a:custGeom>
              <a:avLst/>
              <a:gdLst/>
              <a:ahLst/>
              <a:cxnLst/>
              <a:rect l="l" t="t" r="r" b="b"/>
              <a:pathLst>
                <a:path w="1250389" h="87858" extrusionOk="0">
                  <a:moveTo>
                    <a:pt x="0" y="0"/>
                  </a:moveTo>
                  <a:lnTo>
                    <a:pt x="1250389" y="0"/>
                  </a:lnTo>
                  <a:lnTo>
                    <a:pt x="1250389" y="87858"/>
                  </a:lnTo>
                  <a:lnTo>
                    <a:pt x="0" y="87858"/>
                  </a:lnTo>
                  <a:close/>
                </a:path>
              </a:pathLst>
            </a:custGeom>
            <a:solidFill>
              <a:srgbClr val="596548"/>
            </a:solidFill>
            <a:ln>
              <a:noFill/>
            </a:ln>
          </p:spPr>
        </p:sp>
        <p:sp>
          <p:nvSpPr>
            <p:cNvPr id="316" name="Google Shape;316;p22"/>
            <p:cNvSpPr txBox="1"/>
            <p:nvPr/>
          </p:nvSpPr>
          <p:spPr>
            <a:xfrm>
              <a:off x="0" y="-38100"/>
              <a:ext cx="1250389" cy="125958"/>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95"/>
                                        </p:tgtEl>
                                        <p:attrNameLst>
                                          <p:attrName>style.visibility</p:attrName>
                                        </p:attrNameLst>
                                      </p:cBhvr>
                                      <p:to>
                                        <p:strVal val="visible"/>
                                      </p:to>
                                    </p:set>
                                    <p:animEffect transition="in" filter="fade">
                                      <p:cBhvr>
                                        <p:cTn id="7" dur="500"/>
                                        <p:tgtEl>
                                          <p:spTgt spid="295"/>
                                        </p:tgtEl>
                                      </p:cBhvr>
                                    </p:animEffect>
                                  </p:childTnLst>
                                </p:cTn>
                              </p:par>
                              <p:par>
                                <p:cTn id="8" presetID="10" presetClass="entr" presetSubtype="0" fill="hold" nodeType="withEffect">
                                  <p:stCondLst>
                                    <p:cond delay="0"/>
                                  </p:stCondLst>
                                  <p:childTnLst>
                                    <p:set>
                                      <p:cBhvr>
                                        <p:cTn id="9" dur="1" fill="hold">
                                          <p:stCondLst>
                                            <p:cond delay="0"/>
                                          </p:stCondLst>
                                        </p:cTn>
                                        <p:tgtEl>
                                          <p:spTgt spid="298"/>
                                        </p:tgtEl>
                                        <p:attrNameLst>
                                          <p:attrName>style.visibility</p:attrName>
                                        </p:attrNameLst>
                                      </p:cBhvr>
                                      <p:to>
                                        <p:strVal val="visible"/>
                                      </p:to>
                                    </p:set>
                                    <p:animEffect transition="in" filter="fade">
                                      <p:cBhvr>
                                        <p:cTn id="10" dur="500"/>
                                        <p:tgtEl>
                                          <p:spTgt spid="298"/>
                                        </p:tgtEl>
                                      </p:cBhvr>
                                    </p:animEffect>
                                  </p:childTnLst>
                                </p:cTn>
                              </p:par>
                              <p:par>
                                <p:cTn id="11" presetID="10" presetClass="entr" presetSubtype="0" fill="hold" nodeType="withEffect">
                                  <p:stCondLst>
                                    <p:cond delay="0"/>
                                  </p:stCondLst>
                                  <p:childTnLst>
                                    <p:set>
                                      <p:cBhvr>
                                        <p:cTn id="12" dur="1" fill="hold">
                                          <p:stCondLst>
                                            <p:cond delay="0"/>
                                          </p:stCondLst>
                                        </p:cTn>
                                        <p:tgtEl>
                                          <p:spTgt spid="302"/>
                                        </p:tgtEl>
                                        <p:attrNameLst>
                                          <p:attrName>style.visibility</p:attrName>
                                        </p:attrNameLst>
                                      </p:cBhvr>
                                      <p:to>
                                        <p:strVal val="visible"/>
                                      </p:to>
                                    </p:set>
                                    <p:animEffect transition="in" filter="fade">
                                      <p:cBhvr>
                                        <p:cTn id="13" dur="500"/>
                                        <p:tgtEl>
                                          <p:spTgt spid="302"/>
                                        </p:tgtEl>
                                      </p:cBhvr>
                                    </p:animEffect>
                                  </p:childTnLst>
                                </p:cTn>
                              </p:par>
                              <p:par>
                                <p:cTn id="14" presetID="10" presetClass="entr" presetSubtype="0" fill="hold" nodeType="withEffect">
                                  <p:stCondLst>
                                    <p:cond delay="0"/>
                                  </p:stCondLst>
                                  <p:childTnLst>
                                    <p:set>
                                      <p:cBhvr>
                                        <p:cTn id="15" dur="1" fill="hold">
                                          <p:stCondLst>
                                            <p:cond delay="0"/>
                                          </p:stCondLst>
                                        </p:cTn>
                                        <p:tgtEl>
                                          <p:spTgt spid="303"/>
                                        </p:tgtEl>
                                        <p:attrNameLst>
                                          <p:attrName>style.visibility</p:attrName>
                                        </p:attrNameLst>
                                      </p:cBhvr>
                                      <p:to>
                                        <p:strVal val="visible"/>
                                      </p:to>
                                    </p:set>
                                    <p:animEffect transition="in" filter="fade">
                                      <p:cBhvr>
                                        <p:cTn id="16" dur="500"/>
                                        <p:tgtEl>
                                          <p:spTgt spid="303"/>
                                        </p:tgtEl>
                                      </p:cBhvr>
                                    </p:animEffect>
                                  </p:childTnLst>
                                </p:cTn>
                              </p:par>
                              <p:par>
                                <p:cTn id="17" presetID="10" presetClass="entr" presetSubtype="0" fill="hold" nodeType="withEffect">
                                  <p:stCondLst>
                                    <p:cond delay="0"/>
                                  </p:stCondLst>
                                  <p:childTnLst>
                                    <p:set>
                                      <p:cBhvr>
                                        <p:cTn id="18" dur="1" fill="hold">
                                          <p:stCondLst>
                                            <p:cond delay="0"/>
                                          </p:stCondLst>
                                        </p:cTn>
                                        <p:tgtEl>
                                          <p:spTgt spid="306"/>
                                        </p:tgtEl>
                                        <p:attrNameLst>
                                          <p:attrName>style.visibility</p:attrName>
                                        </p:attrNameLst>
                                      </p:cBhvr>
                                      <p:to>
                                        <p:strVal val="visible"/>
                                      </p:to>
                                    </p:set>
                                    <p:animEffect transition="in" filter="fade">
                                      <p:cBhvr>
                                        <p:cTn id="19" dur="500"/>
                                        <p:tgtEl>
                                          <p:spTgt spid="306"/>
                                        </p:tgtEl>
                                      </p:cBhvr>
                                    </p:animEffect>
                                  </p:childTnLst>
                                </p:cTn>
                              </p:par>
                              <p:par>
                                <p:cTn id="20" presetID="10" presetClass="entr" presetSubtype="0" fill="hold" nodeType="withEffect">
                                  <p:stCondLst>
                                    <p:cond delay="0"/>
                                  </p:stCondLst>
                                  <p:childTnLst>
                                    <p:set>
                                      <p:cBhvr>
                                        <p:cTn id="21" dur="1" fill="hold">
                                          <p:stCondLst>
                                            <p:cond delay="0"/>
                                          </p:stCondLst>
                                        </p:cTn>
                                        <p:tgtEl>
                                          <p:spTgt spid="307"/>
                                        </p:tgtEl>
                                        <p:attrNameLst>
                                          <p:attrName>style.visibility</p:attrName>
                                        </p:attrNameLst>
                                      </p:cBhvr>
                                      <p:to>
                                        <p:strVal val="visible"/>
                                      </p:to>
                                    </p:set>
                                    <p:animEffect transition="in" filter="fade">
                                      <p:cBhvr>
                                        <p:cTn id="22" dur="500"/>
                                        <p:tgtEl>
                                          <p:spTgt spid="307"/>
                                        </p:tgtEl>
                                      </p:cBhvr>
                                    </p:animEffect>
                                  </p:childTnLst>
                                </p:cTn>
                              </p:par>
                              <p:par>
                                <p:cTn id="23" presetID="10" presetClass="entr" presetSubtype="0" fill="hold" nodeType="withEffect">
                                  <p:stCondLst>
                                    <p:cond delay="0"/>
                                  </p:stCondLst>
                                  <p:childTnLst>
                                    <p:set>
                                      <p:cBhvr>
                                        <p:cTn id="24" dur="1" fill="hold">
                                          <p:stCondLst>
                                            <p:cond delay="0"/>
                                          </p:stCondLst>
                                        </p:cTn>
                                        <p:tgtEl>
                                          <p:spTgt spid="308"/>
                                        </p:tgtEl>
                                        <p:attrNameLst>
                                          <p:attrName>style.visibility</p:attrName>
                                        </p:attrNameLst>
                                      </p:cBhvr>
                                      <p:to>
                                        <p:strVal val="visible"/>
                                      </p:to>
                                    </p:set>
                                    <p:animEffect transition="in" filter="fade">
                                      <p:cBhvr>
                                        <p:cTn id="25" dur="500"/>
                                        <p:tgtEl>
                                          <p:spTgt spid="308"/>
                                        </p:tgtEl>
                                      </p:cBhvr>
                                    </p:animEffect>
                                  </p:childTnLst>
                                </p:cTn>
                              </p:par>
                              <p:par>
                                <p:cTn id="26" presetID="10" presetClass="entr" presetSubtype="0" fill="hold" nodeType="withEffect">
                                  <p:stCondLst>
                                    <p:cond delay="0"/>
                                  </p:stCondLst>
                                  <p:childTnLst>
                                    <p:set>
                                      <p:cBhvr>
                                        <p:cTn id="27" dur="1" fill="hold">
                                          <p:stCondLst>
                                            <p:cond delay="0"/>
                                          </p:stCondLst>
                                        </p:cTn>
                                        <p:tgtEl>
                                          <p:spTgt spid="310"/>
                                        </p:tgtEl>
                                        <p:attrNameLst>
                                          <p:attrName>style.visibility</p:attrName>
                                        </p:attrNameLst>
                                      </p:cBhvr>
                                      <p:to>
                                        <p:strVal val="visible"/>
                                      </p:to>
                                    </p:set>
                                    <p:animEffect transition="in" filter="fade">
                                      <p:cBhvr>
                                        <p:cTn id="28" dur="500"/>
                                        <p:tgtEl>
                                          <p:spTgt spid="310"/>
                                        </p:tgtEl>
                                      </p:cBhvr>
                                    </p:animEffect>
                                  </p:childTnLst>
                                </p:cTn>
                              </p:par>
                              <p:par>
                                <p:cTn id="29" presetID="10" presetClass="entr" presetSubtype="0" fill="hold" nodeType="withEffect">
                                  <p:stCondLst>
                                    <p:cond delay="0"/>
                                  </p:stCondLst>
                                  <p:childTnLst>
                                    <p:set>
                                      <p:cBhvr>
                                        <p:cTn id="30" dur="1" fill="hold">
                                          <p:stCondLst>
                                            <p:cond delay="0"/>
                                          </p:stCondLst>
                                        </p:cTn>
                                        <p:tgtEl>
                                          <p:spTgt spid="311"/>
                                        </p:tgtEl>
                                        <p:attrNameLst>
                                          <p:attrName>style.visibility</p:attrName>
                                        </p:attrNameLst>
                                      </p:cBhvr>
                                      <p:to>
                                        <p:strVal val="visible"/>
                                      </p:to>
                                    </p:set>
                                    <p:animEffect transition="in" filter="fade">
                                      <p:cBhvr>
                                        <p:cTn id="31" dur="500"/>
                                        <p:tgtEl>
                                          <p:spTgt spid="311"/>
                                        </p:tgtEl>
                                      </p:cBhvr>
                                    </p:animEffect>
                                  </p:childTnLst>
                                </p:cTn>
                              </p:par>
                              <p:par>
                                <p:cTn id="32" presetID="10" presetClass="entr" presetSubtype="0" fill="hold" nodeType="withEffect">
                                  <p:stCondLst>
                                    <p:cond delay="0"/>
                                  </p:stCondLst>
                                  <p:childTnLst>
                                    <p:set>
                                      <p:cBhvr>
                                        <p:cTn id="33" dur="1" fill="hold">
                                          <p:stCondLst>
                                            <p:cond delay="0"/>
                                          </p:stCondLst>
                                        </p:cTn>
                                        <p:tgtEl>
                                          <p:spTgt spid="312"/>
                                        </p:tgtEl>
                                        <p:attrNameLst>
                                          <p:attrName>style.visibility</p:attrName>
                                        </p:attrNameLst>
                                      </p:cBhvr>
                                      <p:to>
                                        <p:strVal val="visible"/>
                                      </p:to>
                                    </p:set>
                                    <p:animEffect transition="in" filter="fade">
                                      <p:cBhvr>
                                        <p:cTn id="34" dur="500"/>
                                        <p:tgtEl>
                                          <p:spTgt spid="312"/>
                                        </p:tgtEl>
                                      </p:cBhvr>
                                    </p:animEffect>
                                  </p:childTnLst>
                                </p:cTn>
                              </p:par>
                              <p:par>
                                <p:cTn id="35" presetID="10" presetClass="entr" presetSubtype="0" fill="hold" nodeType="withEffect">
                                  <p:stCondLst>
                                    <p:cond delay="0"/>
                                  </p:stCondLst>
                                  <p:childTnLst>
                                    <p:set>
                                      <p:cBhvr>
                                        <p:cTn id="36" dur="1" fill="hold">
                                          <p:stCondLst>
                                            <p:cond delay="0"/>
                                          </p:stCondLst>
                                        </p:cTn>
                                        <p:tgtEl>
                                          <p:spTgt spid="313"/>
                                        </p:tgtEl>
                                        <p:attrNameLst>
                                          <p:attrName>style.visibility</p:attrName>
                                        </p:attrNameLst>
                                      </p:cBhvr>
                                      <p:to>
                                        <p:strVal val="visible"/>
                                      </p:to>
                                    </p:set>
                                    <p:animEffect transition="in" filter="fade">
                                      <p:cBhvr>
                                        <p:cTn id="37" dur="500"/>
                                        <p:tgtEl>
                                          <p:spTgt spid="313"/>
                                        </p:tgtEl>
                                      </p:cBhvr>
                                    </p:animEffect>
                                  </p:childTnLst>
                                </p:cTn>
                              </p:par>
                              <p:par>
                                <p:cTn id="38" presetID="10" presetClass="entr" presetSubtype="0" fill="hold" nodeType="withEffect">
                                  <p:stCondLst>
                                    <p:cond delay="0"/>
                                  </p:stCondLst>
                                  <p:childTnLst>
                                    <p:set>
                                      <p:cBhvr>
                                        <p:cTn id="39" dur="1" fill="hold">
                                          <p:stCondLst>
                                            <p:cond delay="0"/>
                                          </p:stCondLst>
                                        </p:cTn>
                                        <p:tgtEl>
                                          <p:spTgt spid="314"/>
                                        </p:tgtEl>
                                        <p:attrNameLst>
                                          <p:attrName>style.visibility</p:attrName>
                                        </p:attrNameLst>
                                      </p:cBhvr>
                                      <p:to>
                                        <p:strVal val="visible"/>
                                      </p:to>
                                    </p:set>
                                    <p:animEffect transition="in" filter="fade">
                                      <p:cBhvr>
                                        <p:cTn id="40" dur="500"/>
                                        <p:tgtEl>
                                          <p:spTgt spid="3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8F3E2"/>
        </a:solidFill>
        <a:effectLst/>
      </p:bgPr>
    </p:bg>
    <p:spTree>
      <p:nvGrpSpPr>
        <p:cNvPr id="1" name="Shape 406"/>
        <p:cNvGrpSpPr/>
        <p:nvPr/>
      </p:nvGrpSpPr>
      <p:grpSpPr>
        <a:xfrm>
          <a:off x="0" y="0"/>
          <a:ext cx="0" cy="0"/>
          <a:chOff x="0" y="0"/>
          <a:chExt cx="0" cy="0"/>
        </a:xfrm>
      </p:grpSpPr>
      <p:grpSp>
        <p:nvGrpSpPr>
          <p:cNvPr id="407" name="Google Shape;407;p26"/>
          <p:cNvGrpSpPr/>
          <p:nvPr/>
        </p:nvGrpSpPr>
        <p:grpSpPr>
          <a:xfrm>
            <a:off x="8840363" y="1061424"/>
            <a:ext cx="9438108" cy="8085772"/>
            <a:chOff x="0" y="0"/>
            <a:chExt cx="53826501" cy="46113995"/>
          </a:xfrm>
        </p:grpSpPr>
        <p:sp>
          <p:nvSpPr>
            <p:cNvPr id="408" name="Google Shape;408;p26"/>
            <p:cNvSpPr/>
            <p:nvPr/>
          </p:nvSpPr>
          <p:spPr>
            <a:xfrm>
              <a:off x="6350" y="6350"/>
              <a:ext cx="53813801" cy="46101295"/>
            </a:xfrm>
            <a:custGeom>
              <a:avLst/>
              <a:gdLst/>
              <a:ahLst/>
              <a:cxnLst/>
              <a:rect l="l" t="t" r="r" b="b"/>
              <a:pathLst>
                <a:path w="53813801" h="46101295" extrusionOk="0">
                  <a:moveTo>
                    <a:pt x="0" y="0"/>
                  </a:moveTo>
                  <a:lnTo>
                    <a:pt x="53813801" y="0"/>
                  </a:lnTo>
                  <a:lnTo>
                    <a:pt x="53813801" y="46101295"/>
                  </a:lnTo>
                  <a:lnTo>
                    <a:pt x="0" y="46101295"/>
                  </a:lnTo>
                  <a:close/>
                </a:path>
              </a:pathLst>
            </a:custGeom>
            <a:solidFill>
              <a:srgbClr val="333333"/>
            </a:solidFill>
            <a:ln>
              <a:noFill/>
            </a:ln>
          </p:spPr>
        </p:sp>
        <p:sp>
          <p:nvSpPr>
            <p:cNvPr id="409" name="Google Shape;409;p26"/>
            <p:cNvSpPr/>
            <p:nvPr/>
          </p:nvSpPr>
          <p:spPr>
            <a:xfrm>
              <a:off x="0" y="0"/>
              <a:ext cx="53826501" cy="46113995"/>
            </a:xfrm>
            <a:custGeom>
              <a:avLst/>
              <a:gdLst/>
              <a:ahLst/>
              <a:cxnLst/>
              <a:rect l="l" t="t" r="r" b="b"/>
              <a:pathLst>
                <a:path w="53826501" h="46113995" extrusionOk="0">
                  <a:moveTo>
                    <a:pt x="6350" y="46113995"/>
                  </a:moveTo>
                  <a:lnTo>
                    <a:pt x="0" y="46113995"/>
                  </a:lnTo>
                  <a:lnTo>
                    <a:pt x="0" y="0"/>
                  </a:lnTo>
                  <a:lnTo>
                    <a:pt x="53826501" y="0"/>
                  </a:lnTo>
                  <a:lnTo>
                    <a:pt x="53826501" y="46113995"/>
                  </a:lnTo>
                  <a:lnTo>
                    <a:pt x="6350" y="46113995"/>
                  </a:lnTo>
                  <a:close/>
                  <a:moveTo>
                    <a:pt x="12700" y="12700"/>
                  </a:moveTo>
                  <a:lnTo>
                    <a:pt x="12700" y="46101295"/>
                  </a:lnTo>
                  <a:lnTo>
                    <a:pt x="53813801" y="46101295"/>
                  </a:lnTo>
                  <a:lnTo>
                    <a:pt x="53813801" y="12700"/>
                  </a:lnTo>
                  <a:lnTo>
                    <a:pt x="12700" y="12700"/>
                  </a:lnTo>
                  <a:close/>
                </a:path>
              </a:pathLst>
            </a:custGeom>
            <a:solidFill>
              <a:srgbClr val="F6F4F1"/>
            </a:solidFill>
            <a:ln>
              <a:noFill/>
            </a:ln>
          </p:spPr>
        </p:sp>
        <p:sp>
          <p:nvSpPr>
            <p:cNvPr id="410" name="Google Shape;410;p26"/>
            <p:cNvSpPr/>
            <p:nvPr/>
          </p:nvSpPr>
          <p:spPr>
            <a:xfrm>
              <a:off x="139700" y="140970"/>
              <a:ext cx="53545829" cy="45833325"/>
            </a:xfrm>
            <a:custGeom>
              <a:avLst/>
              <a:gdLst/>
              <a:ahLst/>
              <a:cxnLst/>
              <a:rect l="l" t="t" r="r" b="b"/>
              <a:pathLst>
                <a:path w="53545829" h="45833325" extrusionOk="0">
                  <a:moveTo>
                    <a:pt x="0" y="0"/>
                  </a:moveTo>
                  <a:lnTo>
                    <a:pt x="53545829" y="0"/>
                  </a:lnTo>
                  <a:lnTo>
                    <a:pt x="53545829" y="45833325"/>
                  </a:lnTo>
                  <a:lnTo>
                    <a:pt x="0" y="45833325"/>
                  </a:lnTo>
                  <a:close/>
                </a:path>
              </a:pathLst>
            </a:custGeom>
            <a:solidFill>
              <a:srgbClr val="BFCDAC"/>
            </a:solidFill>
            <a:ln>
              <a:noFill/>
            </a:ln>
          </p:spPr>
        </p:sp>
      </p:grpSp>
      <p:grpSp>
        <p:nvGrpSpPr>
          <p:cNvPr id="411" name="Google Shape;411;p26"/>
          <p:cNvGrpSpPr/>
          <p:nvPr/>
        </p:nvGrpSpPr>
        <p:grpSpPr>
          <a:xfrm>
            <a:off x="0" y="8851550"/>
            <a:ext cx="18288000" cy="668839"/>
            <a:chOff x="0" y="-38100"/>
            <a:chExt cx="4816593" cy="176155"/>
          </a:xfrm>
        </p:grpSpPr>
        <p:sp>
          <p:nvSpPr>
            <p:cNvPr id="412" name="Google Shape;412;p26"/>
            <p:cNvSpPr/>
            <p:nvPr/>
          </p:nvSpPr>
          <p:spPr>
            <a:xfrm>
              <a:off x="0" y="0"/>
              <a:ext cx="4816592" cy="138055"/>
            </a:xfrm>
            <a:custGeom>
              <a:avLst/>
              <a:gdLst/>
              <a:ahLst/>
              <a:cxnLst/>
              <a:rect l="l" t="t" r="r" b="b"/>
              <a:pathLst>
                <a:path w="4816592" h="138055" extrusionOk="0">
                  <a:moveTo>
                    <a:pt x="0" y="0"/>
                  </a:moveTo>
                  <a:lnTo>
                    <a:pt x="4816592" y="0"/>
                  </a:lnTo>
                  <a:lnTo>
                    <a:pt x="4816592" y="138055"/>
                  </a:lnTo>
                  <a:lnTo>
                    <a:pt x="0" y="138055"/>
                  </a:lnTo>
                  <a:close/>
                </a:path>
              </a:pathLst>
            </a:custGeom>
            <a:solidFill>
              <a:srgbClr val="333333"/>
            </a:solidFill>
            <a:ln>
              <a:noFill/>
            </a:ln>
          </p:spPr>
        </p:sp>
        <p:sp>
          <p:nvSpPr>
            <p:cNvPr id="413" name="Google Shape;413;p26"/>
            <p:cNvSpPr txBox="1"/>
            <p:nvPr/>
          </p:nvSpPr>
          <p:spPr>
            <a:xfrm>
              <a:off x="0" y="-38100"/>
              <a:ext cx="4816593" cy="176155"/>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414" name="Google Shape;414;p26"/>
          <p:cNvGrpSpPr/>
          <p:nvPr/>
        </p:nvGrpSpPr>
        <p:grpSpPr>
          <a:xfrm>
            <a:off x="8477618" y="8874014"/>
            <a:ext cx="1351813" cy="768573"/>
            <a:chOff x="0" y="0"/>
            <a:chExt cx="11928966" cy="6782210"/>
          </a:xfrm>
        </p:grpSpPr>
        <p:sp>
          <p:nvSpPr>
            <p:cNvPr id="415" name="Google Shape;415;p26"/>
            <p:cNvSpPr/>
            <p:nvPr/>
          </p:nvSpPr>
          <p:spPr>
            <a:xfrm>
              <a:off x="6350" y="6350"/>
              <a:ext cx="11916266" cy="6769510"/>
            </a:xfrm>
            <a:custGeom>
              <a:avLst/>
              <a:gdLst/>
              <a:ahLst/>
              <a:cxnLst/>
              <a:rect l="l" t="t" r="r" b="b"/>
              <a:pathLst>
                <a:path w="11916266" h="6769510" extrusionOk="0">
                  <a:moveTo>
                    <a:pt x="0" y="0"/>
                  </a:moveTo>
                  <a:lnTo>
                    <a:pt x="11916266" y="0"/>
                  </a:lnTo>
                  <a:lnTo>
                    <a:pt x="11916266" y="6769510"/>
                  </a:lnTo>
                  <a:lnTo>
                    <a:pt x="0" y="6769510"/>
                  </a:lnTo>
                  <a:close/>
                </a:path>
              </a:pathLst>
            </a:custGeom>
            <a:solidFill>
              <a:srgbClr val="333333"/>
            </a:solidFill>
            <a:ln>
              <a:noFill/>
            </a:ln>
          </p:spPr>
        </p:sp>
        <p:sp>
          <p:nvSpPr>
            <p:cNvPr id="416" name="Google Shape;416;p26"/>
            <p:cNvSpPr/>
            <p:nvPr/>
          </p:nvSpPr>
          <p:spPr>
            <a:xfrm>
              <a:off x="0" y="0"/>
              <a:ext cx="11928966" cy="6782210"/>
            </a:xfrm>
            <a:custGeom>
              <a:avLst/>
              <a:gdLst/>
              <a:ahLst/>
              <a:cxnLst/>
              <a:rect l="l" t="t" r="r" b="b"/>
              <a:pathLst>
                <a:path w="11928966" h="6782210" extrusionOk="0">
                  <a:moveTo>
                    <a:pt x="6350" y="6782210"/>
                  </a:moveTo>
                  <a:lnTo>
                    <a:pt x="0" y="6782210"/>
                  </a:lnTo>
                  <a:lnTo>
                    <a:pt x="0" y="0"/>
                  </a:lnTo>
                  <a:lnTo>
                    <a:pt x="11928966" y="0"/>
                  </a:lnTo>
                  <a:lnTo>
                    <a:pt x="11928966" y="6782210"/>
                  </a:lnTo>
                  <a:lnTo>
                    <a:pt x="6350" y="6782210"/>
                  </a:lnTo>
                  <a:close/>
                  <a:moveTo>
                    <a:pt x="12700" y="12700"/>
                  </a:moveTo>
                  <a:lnTo>
                    <a:pt x="12700" y="6769510"/>
                  </a:lnTo>
                  <a:lnTo>
                    <a:pt x="11916266" y="6769510"/>
                  </a:lnTo>
                  <a:lnTo>
                    <a:pt x="11916266" y="12700"/>
                  </a:lnTo>
                  <a:lnTo>
                    <a:pt x="12700" y="12700"/>
                  </a:lnTo>
                  <a:close/>
                </a:path>
              </a:pathLst>
            </a:custGeom>
            <a:solidFill>
              <a:srgbClr val="F8F3E2"/>
            </a:solidFill>
            <a:ln>
              <a:noFill/>
            </a:ln>
          </p:spPr>
        </p:sp>
        <p:sp>
          <p:nvSpPr>
            <p:cNvPr id="417" name="Google Shape;417;p26"/>
            <p:cNvSpPr/>
            <p:nvPr/>
          </p:nvSpPr>
          <p:spPr>
            <a:xfrm>
              <a:off x="139700" y="140970"/>
              <a:ext cx="11648296" cy="6501540"/>
            </a:xfrm>
            <a:custGeom>
              <a:avLst/>
              <a:gdLst/>
              <a:ahLst/>
              <a:cxnLst/>
              <a:rect l="l" t="t" r="r" b="b"/>
              <a:pathLst>
                <a:path w="11648296" h="6501540" extrusionOk="0">
                  <a:moveTo>
                    <a:pt x="0" y="0"/>
                  </a:moveTo>
                  <a:lnTo>
                    <a:pt x="11648296" y="0"/>
                  </a:lnTo>
                  <a:lnTo>
                    <a:pt x="11648296" y="6501540"/>
                  </a:lnTo>
                  <a:lnTo>
                    <a:pt x="0" y="6501540"/>
                  </a:lnTo>
                  <a:close/>
                </a:path>
              </a:pathLst>
            </a:custGeom>
            <a:solidFill>
              <a:srgbClr val="F8F3E2"/>
            </a:solidFill>
            <a:ln>
              <a:noFill/>
            </a:ln>
          </p:spPr>
        </p:sp>
      </p:grpSp>
      <p:sp>
        <p:nvSpPr>
          <p:cNvPr id="418" name="Google Shape;418;p26"/>
          <p:cNvSpPr txBox="1"/>
          <p:nvPr/>
        </p:nvSpPr>
        <p:spPr>
          <a:xfrm>
            <a:off x="8550069" y="9031605"/>
            <a:ext cx="1206912" cy="517065"/>
          </a:xfrm>
          <a:prstGeom prst="rect">
            <a:avLst/>
          </a:prstGeom>
          <a:noFill/>
          <a:ln>
            <a:noFill/>
          </a:ln>
        </p:spPr>
        <p:txBody>
          <a:bodyPr spcFirstLastPara="1" wrap="square" lIns="0" tIns="0" rIns="0" bIns="0" anchor="t" anchorCtr="0">
            <a:spAutoFit/>
          </a:bodyPr>
          <a:lstStyle/>
          <a:p>
            <a:pPr marL="0" marR="0" lvl="0" indent="0" algn="ctr" rtl="0">
              <a:lnSpc>
                <a:spcPct val="139958"/>
              </a:lnSpc>
              <a:spcBef>
                <a:spcPts val="0"/>
              </a:spcBef>
              <a:spcAft>
                <a:spcPts val="0"/>
              </a:spcAft>
              <a:buNone/>
            </a:pPr>
            <a:r>
              <a:rPr lang="en-US" sz="2400" b="1" i="0" u="none" strike="noStrike" cap="none" dirty="0">
                <a:solidFill>
                  <a:srgbClr val="333333"/>
                </a:solidFill>
                <a:latin typeface="Playfair Display"/>
                <a:ea typeface="Playfair Display"/>
                <a:cs typeface="Playfair Display"/>
                <a:sym typeface="Playfair Display"/>
              </a:rPr>
              <a:t>04</a:t>
            </a:r>
            <a:endParaRPr dirty="0"/>
          </a:p>
        </p:txBody>
      </p:sp>
      <p:grpSp>
        <p:nvGrpSpPr>
          <p:cNvPr id="419" name="Google Shape;419;p26"/>
          <p:cNvGrpSpPr/>
          <p:nvPr/>
        </p:nvGrpSpPr>
        <p:grpSpPr>
          <a:xfrm>
            <a:off x="-9525" y="500453"/>
            <a:ext cx="18288000" cy="866143"/>
            <a:chOff x="0" y="-47625"/>
            <a:chExt cx="4816593" cy="228120"/>
          </a:xfrm>
        </p:grpSpPr>
        <p:sp>
          <p:nvSpPr>
            <p:cNvPr id="420" name="Google Shape;420;p26"/>
            <p:cNvSpPr/>
            <p:nvPr/>
          </p:nvSpPr>
          <p:spPr>
            <a:xfrm>
              <a:off x="0" y="0"/>
              <a:ext cx="4816592" cy="180495"/>
            </a:xfrm>
            <a:custGeom>
              <a:avLst/>
              <a:gdLst/>
              <a:ahLst/>
              <a:cxnLst/>
              <a:rect l="l" t="t" r="r" b="b"/>
              <a:pathLst>
                <a:path w="4816592" h="180495" extrusionOk="0">
                  <a:moveTo>
                    <a:pt x="0" y="0"/>
                  </a:moveTo>
                  <a:lnTo>
                    <a:pt x="4816592" y="0"/>
                  </a:lnTo>
                  <a:lnTo>
                    <a:pt x="4816592" y="180495"/>
                  </a:lnTo>
                  <a:lnTo>
                    <a:pt x="0" y="180495"/>
                  </a:lnTo>
                  <a:close/>
                </a:path>
              </a:pathLst>
            </a:custGeom>
            <a:solidFill>
              <a:srgbClr val="BFCDAC"/>
            </a:solidFill>
            <a:ln>
              <a:noFill/>
            </a:ln>
          </p:spPr>
        </p:sp>
        <p:sp>
          <p:nvSpPr>
            <p:cNvPr id="421" name="Google Shape;421;p26"/>
            <p:cNvSpPr txBox="1"/>
            <p:nvPr/>
          </p:nvSpPr>
          <p:spPr>
            <a:xfrm>
              <a:off x="0" y="-47625"/>
              <a:ext cx="4816593" cy="228120"/>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cxnSp>
        <p:nvCxnSpPr>
          <p:cNvPr id="422" name="Google Shape;422;p26"/>
          <p:cNvCxnSpPr/>
          <p:nvPr/>
        </p:nvCxnSpPr>
        <p:spPr>
          <a:xfrm>
            <a:off x="-9525" y="681279"/>
            <a:ext cx="18288000" cy="0"/>
          </a:xfrm>
          <a:prstGeom prst="straightConnector1">
            <a:avLst/>
          </a:prstGeom>
          <a:noFill/>
          <a:ln w="19050" cap="flat" cmpd="sng">
            <a:solidFill>
              <a:srgbClr val="333333"/>
            </a:solidFill>
            <a:prstDash val="solid"/>
            <a:round/>
            <a:headEnd type="none" w="sm" len="sm"/>
            <a:tailEnd type="none" w="sm" len="sm"/>
          </a:ln>
        </p:spPr>
      </p:cxnSp>
      <p:cxnSp>
        <p:nvCxnSpPr>
          <p:cNvPr id="423" name="Google Shape;423;p26"/>
          <p:cNvCxnSpPr>
            <a:cxnSpLocks/>
          </p:cNvCxnSpPr>
          <p:nvPr/>
        </p:nvCxnSpPr>
        <p:spPr>
          <a:xfrm>
            <a:off x="8840363" y="3212148"/>
            <a:ext cx="9413389" cy="0"/>
          </a:xfrm>
          <a:prstGeom prst="straightConnector1">
            <a:avLst/>
          </a:prstGeom>
          <a:noFill/>
          <a:ln w="19050" cap="flat" cmpd="sng">
            <a:solidFill>
              <a:srgbClr val="333333"/>
            </a:solidFill>
            <a:prstDash val="solid"/>
            <a:round/>
            <a:headEnd type="none" w="sm" len="sm"/>
            <a:tailEnd type="none" w="sm" len="sm"/>
          </a:ln>
        </p:spPr>
      </p:cxnSp>
      <p:cxnSp>
        <p:nvCxnSpPr>
          <p:cNvPr id="424" name="Google Shape;424;p26"/>
          <p:cNvCxnSpPr>
            <a:cxnSpLocks/>
          </p:cNvCxnSpPr>
          <p:nvPr/>
        </p:nvCxnSpPr>
        <p:spPr>
          <a:xfrm>
            <a:off x="8864858" y="5129830"/>
            <a:ext cx="9423142" cy="0"/>
          </a:xfrm>
          <a:prstGeom prst="straightConnector1">
            <a:avLst/>
          </a:prstGeom>
          <a:noFill/>
          <a:ln w="19050" cap="flat" cmpd="sng">
            <a:solidFill>
              <a:srgbClr val="333333"/>
            </a:solidFill>
            <a:prstDash val="solid"/>
            <a:round/>
            <a:headEnd type="none" w="sm" len="sm"/>
            <a:tailEnd type="none" w="sm" len="sm"/>
          </a:ln>
        </p:spPr>
      </p:cxnSp>
      <p:cxnSp>
        <p:nvCxnSpPr>
          <p:cNvPr id="425" name="Google Shape;425;p26"/>
          <p:cNvCxnSpPr/>
          <p:nvPr/>
        </p:nvCxnSpPr>
        <p:spPr>
          <a:xfrm>
            <a:off x="0" y="1376121"/>
            <a:ext cx="18288000" cy="0"/>
          </a:xfrm>
          <a:prstGeom prst="straightConnector1">
            <a:avLst/>
          </a:prstGeom>
          <a:noFill/>
          <a:ln w="19050" cap="flat" cmpd="sng">
            <a:solidFill>
              <a:srgbClr val="333333"/>
            </a:solidFill>
            <a:prstDash val="solid"/>
            <a:round/>
            <a:headEnd type="none" w="sm" len="sm"/>
            <a:tailEnd type="none" w="sm" len="sm"/>
          </a:ln>
        </p:spPr>
      </p:cxnSp>
      <p:cxnSp>
        <p:nvCxnSpPr>
          <p:cNvPr id="426" name="Google Shape;426;p26"/>
          <p:cNvCxnSpPr>
            <a:cxnSpLocks/>
          </p:cNvCxnSpPr>
          <p:nvPr/>
        </p:nvCxnSpPr>
        <p:spPr>
          <a:xfrm>
            <a:off x="8840363" y="7047511"/>
            <a:ext cx="9447637" cy="0"/>
          </a:xfrm>
          <a:prstGeom prst="straightConnector1">
            <a:avLst/>
          </a:prstGeom>
          <a:noFill/>
          <a:ln w="19050" cap="flat" cmpd="sng">
            <a:solidFill>
              <a:srgbClr val="333333"/>
            </a:solidFill>
            <a:prstDash val="solid"/>
            <a:round/>
            <a:headEnd type="none" w="sm" len="sm"/>
            <a:tailEnd type="none" w="sm" len="sm"/>
          </a:ln>
        </p:spPr>
      </p:cxnSp>
      <p:sp>
        <p:nvSpPr>
          <p:cNvPr id="427" name="Google Shape;427;p26"/>
          <p:cNvSpPr txBox="1"/>
          <p:nvPr/>
        </p:nvSpPr>
        <p:spPr>
          <a:xfrm>
            <a:off x="1005530" y="3212148"/>
            <a:ext cx="7051046" cy="2031325"/>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11000" dirty="0">
                <a:solidFill>
                  <a:srgbClr val="596548"/>
                </a:solidFill>
                <a:latin typeface="Six Caps"/>
                <a:sym typeface="Six Caps"/>
              </a:rPr>
              <a:t>PROJECT OVERVIEW</a:t>
            </a:r>
            <a:endParaRPr dirty="0"/>
          </a:p>
        </p:txBody>
      </p:sp>
      <p:sp>
        <p:nvSpPr>
          <p:cNvPr id="428" name="Google Shape;428;p26"/>
          <p:cNvSpPr txBox="1"/>
          <p:nvPr/>
        </p:nvSpPr>
        <p:spPr>
          <a:xfrm>
            <a:off x="1005530" y="5208624"/>
            <a:ext cx="5602800" cy="1858201"/>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0"/>
              </a:spcBef>
              <a:spcAft>
                <a:spcPts val="0"/>
              </a:spcAft>
              <a:buNone/>
            </a:pPr>
            <a:r>
              <a:rPr lang="en-US" sz="2100" dirty="0">
                <a:solidFill>
                  <a:srgbClr val="333333"/>
                </a:solidFill>
                <a:latin typeface="Playfair Display"/>
                <a:sym typeface="Playfair Display"/>
              </a:rPr>
              <a:t>This project analyzes global financial transactions to identify money laundering risks. Using Python , MySQL , and  Power BI ,we built a system that detects high-risk patterns and visualizes key insights</a:t>
            </a:r>
            <a:endParaRPr dirty="0"/>
          </a:p>
        </p:txBody>
      </p:sp>
      <p:grpSp>
        <p:nvGrpSpPr>
          <p:cNvPr id="429" name="Google Shape;429;p26"/>
          <p:cNvGrpSpPr/>
          <p:nvPr/>
        </p:nvGrpSpPr>
        <p:grpSpPr>
          <a:xfrm>
            <a:off x="9813456" y="1587358"/>
            <a:ext cx="7557513" cy="1631818"/>
            <a:chOff x="-21301" y="-212404"/>
            <a:chExt cx="10076684" cy="2175761"/>
          </a:xfrm>
        </p:grpSpPr>
        <p:sp>
          <p:nvSpPr>
            <p:cNvPr id="430" name="Google Shape;430;p26"/>
            <p:cNvSpPr txBox="1"/>
            <p:nvPr/>
          </p:nvSpPr>
          <p:spPr>
            <a:xfrm>
              <a:off x="0" y="-212404"/>
              <a:ext cx="10055383" cy="919228"/>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3200" b="1" dirty="0">
                  <a:solidFill>
                    <a:srgbClr val="333333"/>
                  </a:solidFill>
                  <a:latin typeface="Playfair Display"/>
                  <a:sym typeface="Playfair Display"/>
                </a:rPr>
                <a:t>Data Collection &amp; Cleaning</a:t>
              </a:r>
              <a:endParaRPr dirty="0"/>
            </a:p>
          </p:txBody>
        </p:sp>
        <p:sp>
          <p:nvSpPr>
            <p:cNvPr id="431" name="Google Shape;431;p26"/>
            <p:cNvSpPr txBox="1"/>
            <p:nvPr/>
          </p:nvSpPr>
          <p:spPr>
            <a:xfrm>
              <a:off x="-21301" y="757384"/>
              <a:ext cx="10055383" cy="1205973"/>
            </a:xfrm>
            <a:prstGeom prst="rect">
              <a:avLst/>
            </a:prstGeom>
            <a:noFill/>
            <a:ln>
              <a:noFill/>
            </a:ln>
          </p:spPr>
          <p:txBody>
            <a:bodyPr spcFirstLastPara="1" wrap="square" lIns="0" tIns="0" rIns="0" bIns="0" anchor="t" anchorCtr="0">
              <a:spAutoFit/>
            </a:bodyPr>
            <a:lstStyle/>
            <a:p>
              <a:pPr marL="342900" marR="0" lvl="0" indent="-342900" algn="l" rtl="0">
                <a:lnSpc>
                  <a:spcPct val="140019"/>
                </a:lnSpc>
                <a:spcBef>
                  <a:spcPts val="0"/>
                </a:spcBef>
                <a:spcAft>
                  <a:spcPts val="0"/>
                </a:spcAft>
                <a:buFont typeface="+mj-lt"/>
                <a:buAutoNum type="arabicPeriod"/>
              </a:pPr>
              <a:r>
                <a:rPr lang="en-US" sz="2099" dirty="0">
                  <a:solidFill>
                    <a:srgbClr val="333333"/>
                  </a:solidFill>
                  <a:latin typeface="Playfair Display"/>
                  <a:sym typeface="Playfair Display"/>
                </a:rPr>
                <a:t>Collected Financial transaction dataset</a:t>
              </a:r>
            </a:p>
            <a:p>
              <a:pPr marL="342900" marR="0" lvl="0" indent="-342900" algn="l" rtl="0">
                <a:lnSpc>
                  <a:spcPct val="140019"/>
                </a:lnSpc>
                <a:spcBef>
                  <a:spcPts val="0"/>
                </a:spcBef>
                <a:spcAft>
                  <a:spcPts val="0"/>
                </a:spcAft>
                <a:buFont typeface="+mj-lt"/>
                <a:buAutoNum type="arabicPeriod"/>
              </a:pPr>
              <a:r>
                <a:rPr lang="en-US" sz="2099" dirty="0">
                  <a:solidFill>
                    <a:srgbClr val="333333"/>
                  </a:solidFill>
                  <a:latin typeface="Playfair Display"/>
                  <a:sym typeface="Playfair Display"/>
                </a:rPr>
                <a:t>Handled missing values and inconsistencies</a:t>
              </a:r>
              <a:endParaRPr dirty="0"/>
            </a:p>
          </p:txBody>
        </p:sp>
      </p:grpSp>
      <p:grpSp>
        <p:nvGrpSpPr>
          <p:cNvPr id="432" name="Google Shape;432;p26"/>
          <p:cNvGrpSpPr/>
          <p:nvPr/>
        </p:nvGrpSpPr>
        <p:grpSpPr>
          <a:xfrm>
            <a:off x="9756981" y="3400933"/>
            <a:ext cx="7580658" cy="1703377"/>
            <a:chOff x="-96601" y="-268987"/>
            <a:chExt cx="10107544" cy="2271170"/>
          </a:xfrm>
        </p:grpSpPr>
        <p:sp>
          <p:nvSpPr>
            <p:cNvPr id="433" name="Google Shape;433;p26"/>
            <p:cNvSpPr txBox="1"/>
            <p:nvPr/>
          </p:nvSpPr>
          <p:spPr>
            <a:xfrm>
              <a:off x="-96601" y="-268987"/>
              <a:ext cx="10055383" cy="919227"/>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3200" b="1" dirty="0">
                  <a:solidFill>
                    <a:srgbClr val="333333"/>
                  </a:solidFill>
                  <a:latin typeface="Playfair Display"/>
                  <a:sym typeface="Playfair Display"/>
                </a:rPr>
                <a:t>Data Storage (My SQL)</a:t>
              </a:r>
              <a:endParaRPr dirty="0"/>
            </a:p>
          </p:txBody>
        </p:sp>
        <p:sp>
          <p:nvSpPr>
            <p:cNvPr id="434" name="Google Shape;434;p26"/>
            <p:cNvSpPr txBox="1"/>
            <p:nvPr/>
          </p:nvSpPr>
          <p:spPr>
            <a:xfrm>
              <a:off x="-44440" y="796212"/>
              <a:ext cx="10055383" cy="1205971"/>
            </a:xfrm>
            <a:prstGeom prst="rect">
              <a:avLst/>
            </a:prstGeom>
            <a:noFill/>
            <a:ln>
              <a:noFill/>
            </a:ln>
          </p:spPr>
          <p:txBody>
            <a:bodyPr spcFirstLastPara="1" wrap="square" lIns="0" tIns="0" rIns="0" bIns="0" anchor="t" anchorCtr="0">
              <a:spAutoFit/>
            </a:bodyPr>
            <a:lstStyle/>
            <a:p>
              <a:pPr marL="457200" marR="0" lvl="0" indent="-457200" algn="l" rtl="0">
                <a:lnSpc>
                  <a:spcPct val="140019"/>
                </a:lnSpc>
                <a:spcBef>
                  <a:spcPts val="0"/>
                </a:spcBef>
                <a:spcAft>
                  <a:spcPts val="0"/>
                </a:spcAft>
                <a:buFont typeface="+mj-lt"/>
                <a:buAutoNum type="arabicPeriod"/>
              </a:pPr>
              <a:r>
                <a:rPr lang="en-US" sz="2099" dirty="0">
                  <a:solidFill>
                    <a:srgbClr val="333333"/>
                  </a:solidFill>
                  <a:latin typeface="Playfair Display"/>
                  <a:ea typeface="Playfair Display"/>
                  <a:cs typeface="Playfair Display"/>
                  <a:sym typeface="Playfair Display"/>
                </a:rPr>
                <a:t>Designed structured database schema</a:t>
              </a:r>
              <a:r>
                <a:rPr lang="en-US" sz="2099" b="0" i="0" u="none" strike="noStrike" cap="none" dirty="0">
                  <a:solidFill>
                    <a:srgbClr val="333333"/>
                  </a:solidFill>
                  <a:latin typeface="Playfair Display"/>
                  <a:ea typeface="Playfair Display"/>
                  <a:cs typeface="Playfair Display"/>
                  <a:sym typeface="Playfair Display"/>
                </a:rPr>
                <a:t>.</a:t>
              </a:r>
            </a:p>
            <a:p>
              <a:pPr marL="457200" marR="0" lvl="0" indent="-457200" algn="l" rtl="0">
                <a:lnSpc>
                  <a:spcPct val="140019"/>
                </a:lnSpc>
                <a:spcBef>
                  <a:spcPts val="0"/>
                </a:spcBef>
                <a:spcAft>
                  <a:spcPts val="0"/>
                </a:spcAft>
                <a:buFont typeface="+mj-lt"/>
                <a:buAutoNum type="arabicPeriod"/>
              </a:pPr>
              <a:r>
                <a:rPr lang="en-US" sz="2099" dirty="0">
                  <a:solidFill>
                    <a:srgbClr val="333333"/>
                  </a:solidFill>
                  <a:latin typeface="Playfair Display"/>
                  <a:ea typeface="Playfair Display"/>
                  <a:cs typeface="Playfair Display"/>
                  <a:sym typeface="Playfair Display"/>
                </a:rPr>
                <a:t>Created tables for transactions ,countries and risk data</a:t>
              </a:r>
              <a:r>
                <a:rPr lang="en-US" sz="2099" b="0" i="0" u="none" strike="noStrike" cap="none" dirty="0">
                  <a:solidFill>
                    <a:srgbClr val="333333"/>
                  </a:solidFill>
                  <a:latin typeface="Playfair Display"/>
                  <a:ea typeface="Playfair Display"/>
                  <a:cs typeface="Playfair Display"/>
                  <a:sym typeface="Playfair Display"/>
                </a:rPr>
                <a:t> </a:t>
              </a:r>
              <a:endParaRPr dirty="0"/>
            </a:p>
          </p:txBody>
        </p:sp>
      </p:grpSp>
      <p:grpSp>
        <p:nvGrpSpPr>
          <p:cNvPr id="435" name="Google Shape;435;p26"/>
          <p:cNvGrpSpPr/>
          <p:nvPr/>
        </p:nvGrpSpPr>
        <p:grpSpPr>
          <a:xfrm>
            <a:off x="9775502" y="5288795"/>
            <a:ext cx="7957123" cy="1624308"/>
            <a:chOff x="-71907" y="-226523"/>
            <a:chExt cx="10609498" cy="2165744"/>
          </a:xfrm>
        </p:grpSpPr>
        <p:sp>
          <p:nvSpPr>
            <p:cNvPr id="436" name="Google Shape;436;p26"/>
            <p:cNvSpPr txBox="1"/>
            <p:nvPr/>
          </p:nvSpPr>
          <p:spPr>
            <a:xfrm>
              <a:off x="-960" y="-226523"/>
              <a:ext cx="10055383" cy="919227"/>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3200" b="1" dirty="0">
                  <a:solidFill>
                    <a:srgbClr val="333333"/>
                  </a:solidFill>
                  <a:latin typeface="Playfair Display"/>
                  <a:sym typeface="Playfair Display"/>
                </a:rPr>
                <a:t>Data Analysis (Python)</a:t>
              </a:r>
              <a:endParaRPr dirty="0"/>
            </a:p>
          </p:txBody>
        </p:sp>
        <p:sp>
          <p:nvSpPr>
            <p:cNvPr id="437" name="Google Shape;437;p26"/>
            <p:cNvSpPr txBox="1"/>
            <p:nvPr/>
          </p:nvSpPr>
          <p:spPr>
            <a:xfrm>
              <a:off x="-71907" y="733250"/>
              <a:ext cx="10609498" cy="1205971"/>
            </a:xfrm>
            <a:prstGeom prst="rect">
              <a:avLst/>
            </a:prstGeom>
            <a:noFill/>
            <a:ln>
              <a:noFill/>
            </a:ln>
          </p:spPr>
          <p:txBody>
            <a:bodyPr spcFirstLastPara="1" wrap="square" lIns="0" tIns="0" rIns="0" bIns="0" anchor="t" anchorCtr="0">
              <a:spAutoFit/>
            </a:bodyPr>
            <a:lstStyle/>
            <a:p>
              <a:pPr marL="457200" marR="0" lvl="0" indent="-457200" algn="l" rtl="0">
                <a:lnSpc>
                  <a:spcPct val="140019"/>
                </a:lnSpc>
                <a:spcBef>
                  <a:spcPts val="0"/>
                </a:spcBef>
                <a:spcAft>
                  <a:spcPts val="0"/>
                </a:spcAft>
                <a:buFont typeface="+mj-lt"/>
                <a:buAutoNum type="arabicPeriod"/>
              </a:pPr>
              <a:r>
                <a:rPr lang="en-US" sz="2099" dirty="0">
                  <a:solidFill>
                    <a:srgbClr val="333333"/>
                  </a:solidFill>
                  <a:latin typeface="Playfair Display"/>
                  <a:ea typeface="Playfair Display"/>
                  <a:cs typeface="Playfair Display"/>
                  <a:sym typeface="Playfair Display"/>
                </a:rPr>
                <a:t>Analysis money laundering risk patterns</a:t>
              </a:r>
            </a:p>
            <a:p>
              <a:pPr marL="457200" marR="0" lvl="0" indent="-457200" algn="l" rtl="0">
                <a:lnSpc>
                  <a:spcPct val="140019"/>
                </a:lnSpc>
                <a:spcBef>
                  <a:spcPts val="0"/>
                </a:spcBef>
                <a:spcAft>
                  <a:spcPts val="0"/>
                </a:spcAft>
                <a:buFont typeface="+mj-lt"/>
                <a:buAutoNum type="arabicPeriod"/>
              </a:pPr>
              <a:r>
                <a:rPr lang="en-US" sz="2099" b="0" i="0" u="none" strike="noStrike" cap="none" dirty="0">
                  <a:solidFill>
                    <a:srgbClr val="333333"/>
                  </a:solidFill>
                  <a:latin typeface="Playfair Display"/>
                  <a:ea typeface="Playfair Display"/>
                  <a:cs typeface="Playfair Display"/>
                  <a:sym typeface="Playfair Display"/>
                </a:rPr>
                <a:t>Compared risk scores across countries and transaction types </a:t>
              </a:r>
              <a:endParaRPr dirty="0"/>
            </a:p>
          </p:txBody>
        </p:sp>
      </p:grpSp>
      <p:grpSp>
        <p:nvGrpSpPr>
          <p:cNvPr id="438" name="Google Shape;438;p26"/>
          <p:cNvGrpSpPr/>
          <p:nvPr/>
        </p:nvGrpSpPr>
        <p:grpSpPr>
          <a:xfrm>
            <a:off x="9450510" y="7271839"/>
            <a:ext cx="8803241" cy="1543282"/>
            <a:chOff x="-505229" y="-57150"/>
            <a:chExt cx="11737655" cy="2057710"/>
          </a:xfrm>
        </p:grpSpPr>
        <p:sp>
          <p:nvSpPr>
            <p:cNvPr id="439" name="Google Shape;439;p26"/>
            <p:cNvSpPr txBox="1"/>
            <p:nvPr/>
          </p:nvSpPr>
          <p:spPr>
            <a:xfrm>
              <a:off x="0" y="-57150"/>
              <a:ext cx="10055383" cy="919227"/>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3200" b="1" dirty="0">
                  <a:solidFill>
                    <a:srgbClr val="333333"/>
                  </a:solidFill>
                  <a:latin typeface="Playfair Display"/>
                  <a:sym typeface="Playfair Display"/>
                </a:rPr>
                <a:t>Data Visualization (Power BI)</a:t>
              </a:r>
              <a:endParaRPr dirty="0"/>
            </a:p>
          </p:txBody>
        </p:sp>
        <p:sp>
          <p:nvSpPr>
            <p:cNvPr id="440" name="Google Shape;440;p26"/>
            <p:cNvSpPr txBox="1"/>
            <p:nvPr/>
          </p:nvSpPr>
          <p:spPr>
            <a:xfrm>
              <a:off x="-505229" y="794589"/>
              <a:ext cx="11737655" cy="1205971"/>
            </a:xfrm>
            <a:prstGeom prst="rect">
              <a:avLst/>
            </a:prstGeom>
            <a:noFill/>
            <a:ln>
              <a:noFill/>
            </a:ln>
          </p:spPr>
          <p:txBody>
            <a:bodyPr spcFirstLastPara="1" wrap="square" lIns="0" tIns="0" rIns="0" bIns="0" anchor="t" anchorCtr="0">
              <a:spAutoFit/>
            </a:bodyPr>
            <a:lstStyle/>
            <a:p>
              <a:pPr marL="457200" marR="0" lvl="0" indent="-457200" algn="l" rtl="0">
                <a:lnSpc>
                  <a:spcPct val="140019"/>
                </a:lnSpc>
                <a:spcBef>
                  <a:spcPts val="0"/>
                </a:spcBef>
                <a:spcAft>
                  <a:spcPts val="0"/>
                </a:spcAft>
                <a:buFont typeface="+mj-lt"/>
                <a:buAutoNum type="arabicPeriod"/>
              </a:pPr>
              <a:r>
                <a:rPr lang="en-US" sz="2099" dirty="0">
                  <a:solidFill>
                    <a:srgbClr val="333333"/>
                  </a:solidFill>
                  <a:latin typeface="Playfair Display"/>
                  <a:sym typeface="Playfair Display"/>
                </a:rPr>
                <a:t>Build interactive dashboard</a:t>
              </a:r>
            </a:p>
            <a:p>
              <a:pPr marL="457200" marR="0" lvl="0" indent="-457200" algn="l" rtl="0">
                <a:lnSpc>
                  <a:spcPct val="140019"/>
                </a:lnSpc>
                <a:spcBef>
                  <a:spcPts val="0"/>
                </a:spcBef>
                <a:spcAft>
                  <a:spcPts val="0"/>
                </a:spcAft>
                <a:buFont typeface="+mj-lt"/>
                <a:buAutoNum type="arabicPeriod"/>
              </a:pPr>
              <a:r>
                <a:rPr lang="en-US" sz="2099" dirty="0">
                  <a:solidFill>
                    <a:srgbClr val="333333"/>
                  </a:solidFill>
                  <a:latin typeface="Playfair Display"/>
                  <a:sym typeface="Playfair Display"/>
                </a:rPr>
                <a:t>Key KPIs :Total Money Flow , High-Risk Transaction , Avg Risk Score</a:t>
              </a:r>
              <a:endParaRPr dirty="0"/>
            </a:p>
          </p:txBody>
        </p:sp>
      </p:grpSp>
      <p:sp>
        <p:nvSpPr>
          <p:cNvPr id="441" name="Google Shape;441;p26"/>
          <p:cNvSpPr txBox="1"/>
          <p:nvPr/>
        </p:nvSpPr>
        <p:spPr>
          <a:xfrm>
            <a:off x="1005530" y="816293"/>
            <a:ext cx="4747570" cy="452432"/>
          </a:xfrm>
          <a:prstGeom prst="rect">
            <a:avLst/>
          </a:prstGeom>
          <a:noFill/>
          <a:ln>
            <a:noFill/>
          </a:ln>
        </p:spPr>
        <p:txBody>
          <a:bodyPr spcFirstLastPara="1" wrap="square" lIns="0" tIns="0" rIns="0" bIns="0" anchor="t" anchorCtr="0">
            <a:spAutoFit/>
          </a:bodyPr>
          <a:lstStyle/>
          <a:p>
            <a:pPr lvl="0">
              <a:lnSpc>
                <a:spcPct val="140000"/>
              </a:lnSpc>
            </a:pPr>
            <a:r>
              <a:rPr lang="en-US" sz="2100" dirty="0">
                <a:solidFill>
                  <a:srgbClr val="333333"/>
                </a:solidFill>
                <a:latin typeface="Playfair Display"/>
                <a:ea typeface="Playfair Display"/>
                <a:cs typeface="Playfair Display"/>
                <a:sym typeface="Playfair Display"/>
              </a:rPr>
              <a:t>FINANCIAL CRIME ANALYTICS</a:t>
            </a:r>
            <a:endParaRPr lang="en-US" sz="2400" dirty="0"/>
          </a:p>
        </p:txBody>
      </p:sp>
      <p:sp>
        <p:nvSpPr>
          <p:cNvPr id="442" name="Google Shape;442;p26"/>
          <p:cNvSpPr txBox="1"/>
          <p:nvPr/>
        </p:nvSpPr>
        <p:spPr>
          <a:xfrm>
            <a:off x="12534900" y="831532"/>
            <a:ext cx="4747570" cy="452432"/>
          </a:xfrm>
          <a:prstGeom prst="rect">
            <a:avLst/>
          </a:prstGeom>
          <a:noFill/>
          <a:ln>
            <a:noFill/>
          </a:ln>
        </p:spPr>
        <p:txBody>
          <a:bodyPr spcFirstLastPara="1" wrap="square" lIns="0" tIns="0" rIns="0" bIns="0" anchor="t" anchorCtr="0">
            <a:spAutoFit/>
          </a:bodyPr>
          <a:lstStyle/>
          <a:p>
            <a:pPr lvl="0" algn="r">
              <a:lnSpc>
                <a:spcPct val="140000"/>
              </a:lnSpc>
            </a:pPr>
            <a:r>
              <a:rPr lang="en-US" sz="2100" dirty="0">
                <a:solidFill>
                  <a:srgbClr val="333333"/>
                </a:solidFill>
                <a:latin typeface="Playfair Display"/>
                <a:ea typeface="Playfair Display"/>
                <a:cs typeface="Playfair Display"/>
                <a:sym typeface="Playfair Display"/>
              </a:rPr>
              <a:t>DATE: 29| 04 |26 </a:t>
            </a:r>
            <a:endParaRPr lang="en-US" sz="2400" dirty="0"/>
          </a:p>
        </p:txBody>
      </p:sp>
      <p:cxnSp>
        <p:nvCxnSpPr>
          <p:cNvPr id="443" name="Google Shape;443;p26"/>
          <p:cNvCxnSpPr/>
          <p:nvPr/>
        </p:nvCxnSpPr>
        <p:spPr>
          <a:xfrm>
            <a:off x="8894355" y="677865"/>
            <a:ext cx="0" cy="8173685"/>
          </a:xfrm>
          <a:prstGeom prst="straightConnector1">
            <a:avLst/>
          </a:prstGeom>
          <a:noFill/>
          <a:ln w="19050" cap="flat" cmpd="sng">
            <a:solidFill>
              <a:srgbClr val="333333"/>
            </a:solidFill>
            <a:prstDash val="solid"/>
            <a:round/>
            <a:headEnd type="none" w="sm" len="sm"/>
            <a:tailEnd type="none" w="sm" len="sm"/>
          </a:ln>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07"/>
                                        </p:tgtEl>
                                        <p:attrNameLst>
                                          <p:attrName>style.visibility</p:attrName>
                                        </p:attrNameLst>
                                      </p:cBhvr>
                                      <p:to>
                                        <p:strVal val="visible"/>
                                      </p:to>
                                    </p:set>
                                    <p:animEffect transition="in" filter="fade">
                                      <p:cBhvr>
                                        <p:cTn id="7" dur="500"/>
                                        <p:tgtEl>
                                          <p:spTgt spid="407"/>
                                        </p:tgtEl>
                                      </p:cBhvr>
                                    </p:animEffect>
                                  </p:childTnLst>
                                </p:cTn>
                              </p:par>
                              <p:par>
                                <p:cTn id="8" presetID="10" presetClass="entr" presetSubtype="0" fill="hold" nodeType="withEffect">
                                  <p:stCondLst>
                                    <p:cond delay="0"/>
                                  </p:stCondLst>
                                  <p:childTnLst>
                                    <p:set>
                                      <p:cBhvr>
                                        <p:cTn id="9" dur="1" fill="hold">
                                          <p:stCondLst>
                                            <p:cond delay="0"/>
                                          </p:stCondLst>
                                        </p:cTn>
                                        <p:tgtEl>
                                          <p:spTgt spid="411"/>
                                        </p:tgtEl>
                                        <p:attrNameLst>
                                          <p:attrName>style.visibility</p:attrName>
                                        </p:attrNameLst>
                                      </p:cBhvr>
                                      <p:to>
                                        <p:strVal val="visible"/>
                                      </p:to>
                                    </p:set>
                                    <p:animEffect transition="in" filter="fade">
                                      <p:cBhvr>
                                        <p:cTn id="10" dur="500"/>
                                        <p:tgtEl>
                                          <p:spTgt spid="411"/>
                                        </p:tgtEl>
                                      </p:cBhvr>
                                    </p:animEffect>
                                  </p:childTnLst>
                                </p:cTn>
                              </p:par>
                              <p:par>
                                <p:cTn id="11" presetID="10" presetClass="entr" presetSubtype="0" fill="hold" nodeType="withEffect">
                                  <p:stCondLst>
                                    <p:cond delay="0"/>
                                  </p:stCondLst>
                                  <p:childTnLst>
                                    <p:set>
                                      <p:cBhvr>
                                        <p:cTn id="12" dur="1" fill="hold">
                                          <p:stCondLst>
                                            <p:cond delay="0"/>
                                          </p:stCondLst>
                                        </p:cTn>
                                        <p:tgtEl>
                                          <p:spTgt spid="414"/>
                                        </p:tgtEl>
                                        <p:attrNameLst>
                                          <p:attrName>style.visibility</p:attrName>
                                        </p:attrNameLst>
                                      </p:cBhvr>
                                      <p:to>
                                        <p:strVal val="visible"/>
                                      </p:to>
                                    </p:set>
                                    <p:animEffect transition="in" filter="fade">
                                      <p:cBhvr>
                                        <p:cTn id="13" dur="500"/>
                                        <p:tgtEl>
                                          <p:spTgt spid="414"/>
                                        </p:tgtEl>
                                      </p:cBhvr>
                                    </p:animEffect>
                                  </p:childTnLst>
                                </p:cTn>
                              </p:par>
                              <p:par>
                                <p:cTn id="14" presetID="10" presetClass="entr" presetSubtype="0" fill="hold" nodeType="withEffect">
                                  <p:stCondLst>
                                    <p:cond delay="0"/>
                                  </p:stCondLst>
                                  <p:childTnLst>
                                    <p:set>
                                      <p:cBhvr>
                                        <p:cTn id="15" dur="1" fill="hold">
                                          <p:stCondLst>
                                            <p:cond delay="0"/>
                                          </p:stCondLst>
                                        </p:cTn>
                                        <p:tgtEl>
                                          <p:spTgt spid="418"/>
                                        </p:tgtEl>
                                        <p:attrNameLst>
                                          <p:attrName>style.visibility</p:attrName>
                                        </p:attrNameLst>
                                      </p:cBhvr>
                                      <p:to>
                                        <p:strVal val="visible"/>
                                      </p:to>
                                    </p:set>
                                    <p:animEffect transition="in" filter="fade">
                                      <p:cBhvr>
                                        <p:cTn id="16" dur="500"/>
                                        <p:tgtEl>
                                          <p:spTgt spid="418"/>
                                        </p:tgtEl>
                                      </p:cBhvr>
                                    </p:animEffect>
                                  </p:childTnLst>
                                </p:cTn>
                              </p:par>
                              <p:par>
                                <p:cTn id="17" presetID="10" presetClass="entr" presetSubtype="0" fill="hold" nodeType="withEffect">
                                  <p:stCondLst>
                                    <p:cond delay="0"/>
                                  </p:stCondLst>
                                  <p:childTnLst>
                                    <p:set>
                                      <p:cBhvr>
                                        <p:cTn id="18" dur="1" fill="hold">
                                          <p:stCondLst>
                                            <p:cond delay="0"/>
                                          </p:stCondLst>
                                        </p:cTn>
                                        <p:tgtEl>
                                          <p:spTgt spid="419"/>
                                        </p:tgtEl>
                                        <p:attrNameLst>
                                          <p:attrName>style.visibility</p:attrName>
                                        </p:attrNameLst>
                                      </p:cBhvr>
                                      <p:to>
                                        <p:strVal val="visible"/>
                                      </p:to>
                                    </p:set>
                                    <p:animEffect transition="in" filter="fade">
                                      <p:cBhvr>
                                        <p:cTn id="19" dur="500"/>
                                        <p:tgtEl>
                                          <p:spTgt spid="419"/>
                                        </p:tgtEl>
                                      </p:cBhvr>
                                    </p:animEffect>
                                  </p:childTnLst>
                                </p:cTn>
                              </p:par>
                              <p:par>
                                <p:cTn id="20" presetID="10" presetClass="entr" presetSubtype="0" fill="hold" nodeType="withEffect">
                                  <p:stCondLst>
                                    <p:cond delay="0"/>
                                  </p:stCondLst>
                                  <p:childTnLst>
                                    <p:set>
                                      <p:cBhvr>
                                        <p:cTn id="21" dur="1" fill="hold">
                                          <p:stCondLst>
                                            <p:cond delay="0"/>
                                          </p:stCondLst>
                                        </p:cTn>
                                        <p:tgtEl>
                                          <p:spTgt spid="422"/>
                                        </p:tgtEl>
                                        <p:attrNameLst>
                                          <p:attrName>style.visibility</p:attrName>
                                        </p:attrNameLst>
                                      </p:cBhvr>
                                      <p:to>
                                        <p:strVal val="visible"/>
                                      </p:to>
                                    </p:set>
                                    <p:animEffect transition="in" filter="fade">
                                      <p:cBhvr>
                                        <p:cTn id="22" dur="500"/>
                                        <p:tgtEl>
                                          <p:spTgt spid="422"/>
                                        </p:tgtEl>
                                      </p:cBhvr>
                                    </p:animEffect>
                                  </p:childTnLst>
                                </p:cTn>
                              </p:par>
                              <p:par>
                                <p:cTn id="23" presetID="10" presetClass="entr" presetSubtype="0" fill="hold" nodeType="withEffect">
                                  <p:stCondLst>
                                    <p:cond delay="0"/>
                                  </p:stCondLst>
                                  <p:childTnLst>
                                    <p:set>
                                      <p:cBhvr>
                                        <p:cTn id="24" dur="1" fill="hold">
                                          <p:stCondLst>
                                            <p:cond delay="0"/>
                                          </p:stCondLst>
                                        </p:cTn>
                                        <p:tgtEl>
                                          <p:spTgt spid="423"/>
                                        </p:tgtEl>
                                        <p:attrNameLst>
                                          <p:attrName>style.visibility</p:attrName>
                                        </p:attrNameLst>
                                      </p:cBhvr>
                                      <p:to>
                                        <p:strVal val="visible"/>
                                      </p:to>
                                    </p:set>
                                    <p:animEffect transition="in" filter="fade">
                                      <p:cBhvr>
                                        <p:cTn id="25" dur="500"/>
                                        <p:tgtEl>
                                          <p:spTgt spid="423"/>
                                        </p:tgtEl>
                                      </p:cBhvr>
                                    </p:animEffect>
                                  </p:childTnLst>
                                </p:cTn>
                              </p:par>
                              <p:par>
                                <p:cTn id="26" presetID="10" presetClass="entr" presetSubtype="0" fill="hold" nodeType="withEffect">
                                  <p:stCondLst>
                                    <p:cond delay="0"/>
                                  </p:stCondLst>
                                  <p:childTnLst>
                                    <p:set>
                                      <p:cBhvr>
                                        <p:cTn id="27" dur="1" fill="hold">
                                          <p:stCondLst>
                                            <p:cond delay="0"/>
                                          </p:stCondLst>
                                        </p:cTn>
                                        <p:tgtEl>
                                          <p:spTgt spid="424"/>
                                        </p:tgtEl>
                                        <p:attrNameLst>
                                          <p:attrName>style.visibility</p:attrName>
                                        </p:attrNameLst>
                                      </p:cBhvr>
                                      <p:to>
                                        <p:strVal val="visible"/>
                                      </p:to>
                                    </p:set>
                                    <p:animEffect transition="in" filter="fade">
                                      <p:cBhvr>
                                        <p:cTn id="28" dur="500"/>
                                        <p:tgtEl>
                                          <p:spTgt spid="424"/>
                                        </p:tgtEl>
                                      </p:cBhvr>
                                    </p:animEffect>
                                  </p:childTnLst>
                                </p:cTn>
                              </p:par>
                              <p:par>
                                <p:cTn id="29" presetID="10" presetClass="entr" presetSubtype="0" fill="hold" nodeType="withEffect">
                                  <p:stCondLst>
                                    <p:cond delay="0"/>
                                  </p:stCondLst>
                                  <p:childTnLst>
                                    <p:set>
                                      <p:cBhvr>
                                        <p:cTn id="30" dur="1" fill="hold">
                                          <p:stCondLst>
                                            <p:cond delay="0"/>
                                          </p:stCondLst>
                                        </p:cTn>
                                        <p:tgtEl>
                                          <p:spTgt spid="425"/>
                                        </p:tgtEl>
                                        <p:attrNameLst>
                                          <p:attrName>style.visibility</p:attrName>
                                        </p:attrNameLst>
                                      </p:cBhvr>
                                      <p:to>
                                        <p:strVal val="visible"/>
                                      </p:to>
                                    </p:set>
                                    <p:animEffect transition="in" filter="fade">
                                      <p:cBhvr>
                                        <p:cTn id="31" dur="500"/>
                                        <p:tgtEl>
                                          <p:spTgt spid="425"/>
                                        </p:tgtEl>
                                      </p:cBhvr>
                                    </p:animEffect>
                                  </p:childTnLst>
                                </p:cTn>
                              </p:par>
                              <p:par>
                                <p:cTn id="32" presetID="10" presetClass="entr" presetSubtype="0" fill="hold" nodeType="withEffect">
                                  <p:stCondLst>
                                    <p:cond delay="0"/>
                                  </p:stCondLst>
                                  <p:childTnLst>
                                    <p:set>
                                      <p:cBhvr>
                                        <p:cTn id="33" dur="1" fill="hold">
                                          <p:stCondLst>
                                            <p:cond delay="0"/>
                                          </p:stCondLst>
                                        </p:cTn>
                                        <p:tgtEl>
                                          <p:spTgt spid="426"/>
                                        </p:tgtEl>
                                        <p:attrNameLst>
                                          <p:attrName>style.visibility</p:attrName>
                                        </p:attrNameLst>
                                      </p:cBhvr>
                                      <p:to>
                                        <p:strVal val="visible"/>
                                      </p:to>
                                    </p:set>
                                    <p:animEffect transition="in" filter="fade">
                                      <p:cBhvr>
                                        <p:cTn id="34" dur="500"/>
                                        <p:tgtEl>
                                          <p:spTgt spid="426"/>
                                        </p:tgtEl>
                                      </p:cBhvr>
                                    </p:animEffect>
                                  </p:childTnLst>
                                </p:cTn>
                              </p:par>
                              <p:par>
                                <p:cTn id="35" presetID="10" presetClass="entr" presetSubtype="0" fill="hold" nodeType="withEffect">
                                  <p:stCondLst>
                                    <p:cond delay="0"/>
                                  </p:stCondLst>
                                  <p:childTnLst>
                                    <p:set>
                                      <p:cBhvr>
                                        <p:cTn id="36" dur="1" fill="hold">
                                          <p:stCondLst>
                                            <p:cond delay="0"/>
                                          </p:stCondLst>
                                        </p:cTn>
                                        <p:tgtEl>
                                          <p:spTgt spid="427"/>
                                        </p:tgtEl>
                                        <p:attrNameLst>
                                          <p:attrName>style.visibility</p:attrName>
                                        </p:attrNameLst>
                                      </p:cBhvr>
                                      <p:to>
                                        <p:strVal val="visible"/>
                                      </p:to>
                                    </p:set>
                                    <p:animEffect transition="in" filter="fade">
                                      <p:cBhvr>
                                        <p:cTn id="37" dur="500"/>
                                        <p:tgtEl>
                                          <p:spTgt spid="427"/>
                                        </p:tgtEl>
                                      </p:cBhvr>
                                    </p:animEffect>
                                  </p:childTnLst>
                                </p:cTn>
                              </p:par>
                              <p:par>
                                <p:cTn id="38" presetID="10" presetClass="entr" presetSubtype="0" fill="hold" nodeType="withEffect">
                                  <p:stCondLst>
                                    <p:cond delay="0"/>
                                  </p:stCondLst>
                                  <p:childTnLst>
                                    <p:set>
                                      <p:cBhvr>
                                        <p:cTn id="39" dur="1" fill="hold">
                                          <p:stCondLst>
                                            <p:cond delay="0"/>
                                          </p:stCondLst>
                                        </p:cTn>
                                        <p:tgtEl>
                                          <p:spTgt spid="428"/>
                                        </p:tgtEl>
                                        <p:attrNameLst>
                                          <p:attrName>style.visibility</p:attrName>
                                        </p:attrNameLst>
                                      </p:cBhvr>
                                      <p:to>
                                        <p:strVal val="visible"/>
                                      </p:to>
                                    </p:set>
                                    <p:animEffect transition="in" filter="fade">
                                      <p:cBhvr>
                                        <p:cTn id="40" dur="500"/>
                                        <p:tgtEl>
                                          <p:spTgt spid="428"/>
                                        </p:tgtEl>
                                      </p:cBhvr>
                                    </p:animEffect>
                                  </p:childTnLst>
                                </p:cTn>
                              </p:par>
                              <p:par>
                                <p:cTn id="41" presetID="10" presetClass="entr" presetSubtype="0" fill="hold" nodeType="withEffect">
                                  <p:stCondLst>
                                    <p:cond delay="0"/>
                                  </p:stCondLst>
                                  <p:childTnLst>
                                    <p:set>
                                      <p:cBhvr>
                                        <p:cTn id="42" dur="1" fill="hold">
                                          <p:stCondLst>
                                            <p:cond delay="0"/>
                                          </p:stCondLst>
                                        </p:cTn>
                                        <p:tgtEl>
                                          <p:spTgt spid="429"/>
                                        </p:tgtEl>
                                        <p:attrNameLst>
                                          <p:attrName>style.visibility</p:attrName>
                                        </p:attrNameLst>
                                      </p:cBhvr>
                                      <p:to>
                                        <p:strVal val="visible"/>
                                      </p:to>
                                    </p:set>
                                    <p:animEffect transition="in" filter="fade">
                                      <p:cBhvr>
                                        <p:cTn id="43" dur="500"/>
                                        <p:tgtEl>
                                          <p:spTgt spid="429"/>
                                        </p:tgtEl>
                                      </p:cBhvr>
                                    </p:animEffect>
                                  </p:childTnLst>
                                </p:cTn>
                              </p:par>
                              <p:par>
                                <p:cTn id="44" presetID="10" presetClass="entr" presetSubtype="0" fill="hold" nodeType="withEffect">
                                  <p:stCondLst>
                                    <p:cond delay="0"/>
                                  </p:stCondLst>
                                  <p:childTnLst>
                                    <p:set>
                                      <p:cBhvr>
                                        <p:cTn id="45" dur="1" fill="hold">
                                          <p:stCondLst>
                                            <p:cond delay="0"/>
                                          </p:stCondLst>
                                        </p:cTn>
                                        <p:tgtEl>
                                          <p:spTgt spid="432"/>
                                        </p:tgtEl>
                                        <p:attrNameLst>
                                          <p:attrName>style.visibility</p:attrName>
                                        </p:attrNameLst>
                                      </p:cBhvr>
                                      <p:to>
                                        <p:strVal val="visible"/>
                                      </p:to>
                                    </p:set>
                                    <p:animEffect transition="in" filter="fade">
                                      <p:cBhvr>
                                        <p:cTn id="46" dur="500"/>
                                        <p:tgtEl>
                                          <p:spTgt spid="432"/>
                                        </p:tgtEl>
                                      </p:cBhvr>
                                    </p:animEffect>
                                  </p:childTnLst>
                                </p:cTn>
                              </p:par>
                              <p:par>
                                <p:cTn id="47" presetID="10" presetClass="entr" presetSubtype="0" fill="hold" nodeType="withEffect">
                                  <p:stCondLst>
                                    <p:cond delay="0"/>
                                  </p:stCondLst>
                                  <p:childTnLst>
                                    <p:set>
                                      <p:cBhvr>
                                        <p:cTn id="48" dur="1" fill="hold">
                                          <p:stCondLst>
                                            <p:cond delay="0"/>
                                          </p:stCondLst>
                                        </p:cTn>
                                        <p:tgtEl>
                                          <p:spTgt spid="435"/>
                                        </p:tgtEl>
                                        <p:attrNameLst>
                                          <p:attrName>style.visibility</p:attrName>
                                        </p:attrNameLst>
                                      </p:cBhvr>
                                      <p:to>
                                        <p:strVal val="visible"/>
                                      </p:to>
                                    </p:set>
                                    <p:animEffect transition="in" filter="fade">
                                      <p:cBhvr>
                                        <p:cTn id="49" dur="500"/>
                                        <p:tgtEl>
                                          <p:spTgt spid="435"/>
                                        </p:tgtEl>
                                      </p:cBhvr>
                                    </p:animEffect>
                                  </p:childTnLst>
                                </p:cTn>
                              </p:par>
                              <p:par>
                                <p:cTn id="50" presetID="10" presetClass="entr" presetSubtype="0" fill="hold" nodeType="withEffect">
                                  <p:stCondLst>
                                    <p:cond delay="0"/>
                                  </p:stCondLst>
                                  <p:childTnLst>
                                    <p:set>
                                      <p:cBhvr>
                                        <p:cTn id="51" dur="1" fill="hold">
                                          <p:stCondLst>
                                            <p:cond delay="0"/>
                                          </p:stCondLst>
                                        </p:cTn>
                                        <p:tgtEl>
                                          <p:spTgt spid="438"/>
                                        </p:tgtEl>
                                        <p:attrNameLst>
                                          <p:attrName>style.visibility</p:attrName>
                                        </p:attrNameLst>
                                      </p:cBhvr>
                                      <p:to>
                                        <p:strVal val="visible"/>
                                      </p:to>
                                    </p:set>
                                    <p:animEffect transition="in" filter="fade">
                                      <p:cBhvr>
                                        <p:cTn id="52" dur="500"/>
                                        <p:tgtEl>
                                          <p:spTgt spid="438"/>
                                        </p:tgtEl>
                                      </p:cBhvr>
                                    </p:animEffect>
                                  </p:childTnLst>
                                </p:cTn>
                              </p:par>
                              <p:par>
                                <p:cTn id="53" presetID="10" presetClass="entr" presetSubtype="0" fill="hold" nodeType="withEffect">
                                  <p:stCondLst>
                                    <p:cond delay="0"/>
                                  </p:stCondLst>
                                  <p:childTnLst>
                                    <p:set>
                                      <p:cBhvr>
                                        <p:cTn id="54" dur="1" fill="hold">
                                          <p:stCondLst>
                                            <p:cond delay="0"/>
                                          </p:stCondLst>
                                        </p:cTn>
                                        <p:tgtEl>
                                          <p:spTgt spid="441"/>
                                        </p:tgtEl>
                                        <p:attrNameLst>
                                          <p:attrName>style.visibility</p:attrName>
                                        </p:attrNameLst>
                                      </p:cBhvr>
                                      <p:to>
                                        <p:strVal val="visible"/>
                                      </p:to>
                                    </p:set>
                                    <p:animEffect transition="in" filter="fade">
                                      <p:cBhvr>
                                        <p:cTn id="55" dur="500"/>
                                        <p:tgtEl>
                                          <p:spTgt spid="441"/>
                                        </p:tgtEl>
                                      </p:cBhvr>
                                    </p:animEffect>
                                  </p:childTnLst>
                                </p:cTn>
                              </p:par>
                              <p:par>
                                <p:cTn id="56" presetID="10" presetClass="entr" presetSubtype="0" fill="hold" nodeType="withEffect">
                                  <p:stCondLst>
                                    <p:cond delay="0"/>
                                  </p:stCondLst>
                                  <p:childTnLst>
                                    <p:set>
                                      <p:cBhvr>
                                        <p:cTn id="57" dur="1" fill="hold">
                                          <p:stCondLst>
                                            <p:cond delay="0"/>
                                          </p:stCondLst>
                                        </p:cTn>
                                        <p:tgtEl>
                                          <p:spTgt spid="442"/>
                                        </p:tgtEl>
                                        <p:attrNameLst>
                                          <p:attrName>style.visibility</p:attrName>
                                        </p:attrNameLst>
                                      </p:cBhvr>
                                      <p:to>
                                        <p:strVal val="visible"/>
                                      </p:to>
                                    </p:set>
                                    <p:animEffect transition="in" filter="fade">
                                      <p:cBhvr>
                                        <p:cTn id="58" dur="500"/>
                                        <p:tgtEl>
                                          <p:spTgt spid="442"/>
                                        </p:tgtEl>
                                      </p:cBhvr>
                                    </p:animEffect>
                                  </p:childTnLst>
                                </p:cTn>
                              </p:par>
                              <p:par>
                                <p:cTn id="59" presetID="10" presetClass="entr" presetSubtype="0" fill="hold" nodeType="withEffect">
                                  <p:stCondLst>
                                    <p:cond delay="0"/>
                                  </p:stCondLst>
                                  <p:childTnLst>
                                    <p:set>
                                      <p:cBhvr>
                                        <p:cTn id="60" dur="1" fill="hold">
                                          <p:stCondLst>
                                            <p:cond delay="0"/>
                                          </p:stCondLst>
                                        </p:cTn>
                                        <p:tgtEl>
                                          <p:spTgt spid="443"/>
                                        </p:tgtEl>
                                        <p:attrNameLst>
                                          <p:attrName>style.visibility</p:attrName>
                                        </p:attrNameLst>
                                      </p:cBhvr>
                                      <p:to>
                                        <p:strVal val="visible"/>
                                      </p:to>
                                    </p:set>
                                    <p:animEffect transition="in" filter="fade">
                                      <p:cBhvr>
                                        <p:cTn id="61" dur="500"/>
                                        <p:tgtEl>
                                          <p:spTgt spid="4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9" name="Google Shape;295;p22">
            <a:extLst>
              <a:ext uri="{FF2B5EF4-FFF2-40B4-BE49-F238E27FC236}">
                <a16:creationId xmlns:a16="http://schemas.microsoft.com/office/drawing/2014/main" id="{27E16BD3-7CEF-AE28-5223-CEBA69105AFF}"/>
              </a:ext>
            </a:extLst>
          </p:cNvPr>
          <p:cNvGrpSpPr/>
          <p:nvPr/>
        </p:nvGrpSpPr>
        <p:grpSpPr>
          <a:xfrm>
            <a:off x="0" y="8851550"/>
            <a:ext cx="18288000" cy="668839"/>
            <a:chOff x="0" y="-38100"/>
            <a:chExt cx="4816593" cy="176155"/>
          </a:xfrm>
        </p:grpSpPr>
        <p:sp>
          <p:nvSpPr>
            <p:cNvPr id="40" name="Google Shape;296;p22">
              <a:extLst>
                <a:ext uri="{FF2B5EF4-FFF2-40B4-BE49-F238E27FC236}">
                  <a16:creationId xmlns:a16="http://schemas.microsoft.com/office/drawing/2014/main" id="{B9EEE5F5-070E-81AC-1749-D3A39C8744C4}"/>
                </a:ext>
              </a:extLst>
            </p:cNvPr>
            <p:cNvSpPr/>
            <p:nvPr/>
          </p:nvSpPr>
          <p:spPr>
            <a:xfrm>
              <a:off x="0" y="0"/>
              <a:ext cx="4816592" cy="138055"/>
            </a:xfrm>
            <a:custGeom>
              <a:avLst/>
              <a:gdLst/>
              <a:ahLst/>
              <a:cxnLst/>
              <a:rect l="l" t="t" r="r" b="b"/>
              <a:pathLst>
                <a:path w="4816592" h="138055" extrusionOk="0">
                  <a:moveTo>
                    <a:pt x="0" y="0"/>
                  </a:moveTo>
                  <a:lnTo>
                    <a:pt x="4816592" y="0"/>
                  </a:lnTo>
                  <a:lnTo>
                    <a:pt x="4816592" y="138055"/>
                  </a:lnTo>
                  <a:lnTo>
                    <a:pt x="0" y="138055"/>
                  </a:lnTo>
                  <a:close/>
                </a:path>
              </a:pathLst>
            </a:custGeom>
            <a:solidFill>
              <a:srgbClr val="333333"/>
            </a:solidFill>
            <a:ln>
              <a:noFill/>
            </a:ln>
          </p:spPr>
        </p:sp>
        <p:sp>
          <p:nvSpPr>
            <p:cNvPr id="41" name="Google Shape;297;p22">
              <a:extLst>
                <a:ext uri="{FF2B5EF4-FFF2-40B4-BE49-F238E27FC236}">
                  <a16:creationId xmlns:a16="http://schemas.microsoft.com/office/drawing/2014/main" id="{B91F8E58-5AE4-F12A-0FFB-4ADC4D939469}"/>
                </a:ext>
              </a:extLst>
            </p:cNvPr>
            <p:cNvSpPr txBox="1"/>
            <p:nvPr/>
          </p:nvSpPr>
          <p:spPr>
            <a:xfrm>
              <a:off x="0" y="-38100"/>
              <a:ext cx="4816593" cy="176155"/>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42" name="Google Shape;298;p22">
            <a:extLst>
              <a:ext uri="{FF2B5EF4-FFF2-40B4-BE49-F238E27FC236}">
                <a16:creationId xmlns:a16="http://schemas.microsoft.com/office/drawing/2014/main" id="{52B5D799-502C-D8D2-276A-04F07BEF3D5B}"/>
              </a:ext>
            </a:extLst>
          </p:cNvPr>
          <p:cNvGrpSpPr/>
          <p:nvPr/>
        </p:nvGrpSpPr>
        <p:grpSpPr>
          <a:xfrm>
            <a:off x="8477618" y="8874014"/>
            <a:ext cx="1351813" cy="768573"/>
            <a:chOff x="0" y="0"/>
            <a:chExt cx="11928966" cy="6782210"/>
          </a:xfrm>
        </p:grpSpPr>
        <p:sp>
          <p:nvSpPr>
            <p:cNvPr id="43" name="Google Shape;299;p22">
              <a:extLst>
                <a:ext uri="{FF2B5EF4-FFF2-40B4-BE49-F238E27FC236}">
                  <a16:creationId xmlns:a16="http://schemas.microsoft.com/office/drawing/2014/main" id="{84A231CD-E4B6-24F5-6DB5-9AD704D62DD1}"/>
                </a:ext>
              </a:extLst>
            </p:cNvPr>
            <p:cNvSpPr/>
            <p:nvPr/>
          </p:nvSpPr>
          <p:spPr>
            <a:xfrm>
              <a:off x="6350" y="6350"/>
              <a:ext cx="11916266" cy="6769510"/>
            </a:xfrm>
            <a:custGeom>
              <a:avLst/>
              <a:gdLst/>
              <a:ahLst/>
              <a:cxnLst/>
              <a:rect l="l" t="t" r="r" b="b"/>
              <a:pathLst>
                <a:path w="11916266" h="6769510" extrusionOk="0">
                  <a:moveTo>
                    <a:pt x="0" y="0"/>
                  </a:moveTo>
                  <a:lnTo>
                    <a:pt x="11916266" y="0"/>
                  </a:lnTo>
                  <a:lnTo>
                    <a:pt x="11916266" y="6769510"/>
                  </a:lnTo>
                  <a:lnTo>
                    <a:pt x="0" y="6769510"/>
                  </a:lnTo>
                  <a:close/>
                </a:path>
              </a:pathLst>
            </a:custGeom>
            <a:solidFill>
              <a:srgbClr val="333333"/>
            </a:solidFill>
            <a:ln>
              <a:noFill/>
            </a:ln>
          </p:spPr>
        </p:sp>
        <p:sp>
          <p:nvSpPr>
            <p:cNvPr id="44" name="Google Shape;300;p22">
              <a:extLst>
                <a:ext uri="{FF2B5EF4-FFF2-40B4-BE49-F238E27FC236}">
                  <a16:creationId xmlns:a16="http://schemas.microsoft.com/office/drawing/2014/main" id="{0DC24C60-97E8-859F-D7A6-EDCD64D94646}"/>
                </a:ext>
              </a:extLst>
            </p:cNvPr>
            <p:cNvSpPr/>
            <p:nvPr/>
          </p:nvSpPr>
          <p:spPr>
            <a:xfrm>
              <a:off x="0" y="0"/>
              <a:ext cx="11928966" cy="6782210"/>
            </a:xfrm>
            <a:custGeom>
              <a:avLst/>
              <a:gdLst/>
              <a:ahLst/>
              <a:cxnLst/>
              <a:rect l="l" t="t" r="r" b="b"/>
              <a:pathLst>
                <a:path w="11928966" h="6782210" extrusionOk="0">
                  <a:moveTo>
                    <a:pt x="6350" y="6782210"/>
                  </a:moveTo>
                  <a:lnTo>
                    <a:pt x="0" y="6782210"/>
                  </a:lnTo>
                  <a:lnTo>
                    <a:pt x="0" y="0"/>
                  </a:lnTo>
                  <a:lnTo>
                    <a:pt x="11928966" y="0"/>
                  </a:lnTo>
                  <a:lnTo>
                    <a:pt x="11928966" y="6782210"/>
                  </a:lnTo>
                  <a:lnTo>
                    <a:pt x="6350" y="6782210"/>
                  </a:lnTo>
                  <a:close/>
                  <a:moveTo>
                    <a:pt x="12700" y="12700"/>
                  </a:moveTo>
                  <a:lnTo>
                    <a:pt x="12700" y="6769510"/>
                  </a:lnTo>
                  <a:lnTo>
                    <a:pt x="11916266" y="6769510"/>
                  </a:lnTo>
                  <a:lnTo>
                    <a:pt x="11916266" y="12700"/>
                  </a:lnTo>
                  <a:lnTo>
                    <a:pt x="12700" y="12700"/>
                  </a:lnTo>
                  <a:close/>
                </a:path>
              </a:pathLst>
            </a:custGeom>
            <a:solidFill>
              <a:srgbClr val="F8F3E2"/>
            </a:solidFill>
            <a:ln>
              <a:noFill/>
            </a:ln>
          </p:spPr>
        </p:sp>
        <p:sp>
          <p:nvSpPr>
            <p:cNvPr id="45" name="Google Shape;301;p22">
              <a:extLst>
                <a:ext uri="{FF2B5EF4-FFF2-40B4-BE49-F238E27FC236}">
                  <a16:creationId xmlns:a16="http://schemas.microsoft.com/office/drawing/2014/main" id="{BE08BE9B-C5D6-508D-E034-9DC4BEED065B}"/>
                </a:ext>
              </a:extLst>
            </p:cNvPr>
            <p:cNvSpPr/>
            <p:nvPr/>
          </p:nvSpPr>
          <p:spPr>
            <a:xfrm>
              <a:off x="139700" y="140970"/>
              <a:ext cx="11648296" cy="6501540"/>
            </a:xfrm>
            <a:custGeom>
              <a:avLst/>
              <a:gdLst/>
              <a:ahLst/>
              <a:cxnLst/>
              <a:rect l="l" t="t" r="r" b="b"/>
              <a:pathLst>
                <a:path w="11648296" h="6501540" extrusionOk="0">
                  <a:moveTo>
                    <a:pt x="0" y="0"/>
                  </a:moveTo>
                  <a:lnTo>
                    <a:pt x="11648296" y="0"/>
                  </a:lnTo>
                  <a:lnTo>
                    <a:pt x="11648296" y="6501540"/>
                  </a:lnTo>
                  <a:lnTo>
                    <a:pt x="0" y="6501540"/>
                  </a:lnTo>
                  <a:close/>
                </a:path>
              </a:pathLst>
            </a:custGeom>
            <a:solidFill>
              <a:srgbClr val="F8F3E2"/>
            </a:solidFill>
            <a:ln>
              <a:noFill/>
            </a:ln>
          </p:spPr>
        </p:sp>
      </p:grpSp>
      <p:sp>
        <p:nvSpPr>
          <p:cNvPr id="46" name="Google Shape;302;p22">
            <a:extLst>
              <a:ext uri="{FF2B5EF4-FFF2-40B4-BE49-F238E27FC236}">
                <a16:creationId xmlns:a16="http://schemas.microsoft.com/office/drawing/2014/main" id="{2C9DAB2E-65CE-6F95-54BB-C21E6A971062}"/>
              </a:ext>
            </a:extLst>
          </p:cNvPr>
          <p:cNvSpPr txBox="1"/>
          <p:nvPr/>
        </p:nvSpPr>
        <p:spPr>
          <a:xfrm>
            <a:off x="8549996" y="9003324"/>
            <a:ext cx="1206912" cy="517065"/>
          </a:xfrm>
          <a:prstGeom prst="rect">
            <a:avLst/>
          </a:prstGeom>
          <a:noFill/>
          <a:ln>
            <a:noFill/>
          </a:ln>
        </p:spPr>
        <p:txBody>
          <a:bodyPr spcFirstLastPara="1" wrap="square" lIns="0" tIns="0" rIns="0" bIns="0" anchor="t" anchorCtr="0">
            <a:spAutoFit/>
          </a:bodyPr>
          <a:lstStyle/>
          <a:p>
            <a:pPr marL="0" marR="0" lvl="0" indent="0" algn="ctr" rtl="0">
              <a:lnSpc>
                <a:spcPct val="139958"/>
              </a:lnSpc>
              <a:spcBef>
                <a:spcPts val="0"/>
              </a:spcBef>
              <a:spcAft>
                <a:spcPts val="0"/>
              </a:spcAft>
              <a:buNone/>
            </a:pPr>
            <a:r>
              <a:rPr lang="en-US" sz="2400" b="1" i="0" u="none" strike="noStrike" cap="none" dirty="0">
                <a:solidFill>
                  <a:srgbClr val="333333"/>
                </a:solidFill>
                <a:latin typeface="Playfair Display"/>
                <a:ea typeface="Playfair Display"/>
                <a:cs typeface="Playfair Display"/>
                <a:sym typeface="Playfair Display"/>
              </a:rPr>
              <a:t>05</a:t>
            </a:r>
            <a:endParaRPr dirty="0"/>
          </a:p>
        </p:txBody>
      </p:sp>
      <p:grpSp>
        <p:nvGrpSpPr>
          <p:cNvPr id="47" name="Google Shape;303;p22">
            <a:extLst>
              <a:ext uri="{FF2B5EF4-FFF2-40B4-BE49-F238E27FC236}">
                <a16:creationId xmlns:a16="http://schemas.microsoft.com/office/drawing/2014/main" id="{983E9F6D-E340-C3C9-9A93-7F574CD825FE}"/>
              </a:ext>
            </a:extLst>
          </p:cNvPr>
          <p:cNvGrpSpPr/>
          <p:nvPr/>
        </p:nvGrpSpPr>
        <p:grpSpPr>
          <a:xfrm>
            <a:off x="-9525" y="500453"/>
            <a:ext cx="18288000" cy="866143"/>
            <a:chOff x="0" y="-47625"/>
            <a:chExt cx="4816593" cy="228120"/>
          </a:xfrm>
        </p:grpSpPr>
        <p:sp>
          <p:nvSpPr>
            <p:cNvPr id="48" name="Google Shape;304;p22">
              <a:extLst>
                <a:ext uri="{FF2B5EF4-FFF2-40B4-BE49-F238E27FC236}">
                  <a16:creationId xmlns:a16="http://schemas.microsoft.com/office/drawing/2014/main" id="{5D64FF70-B74F-7DB2-46F7-460EE3A8EE73}"/>
                </a:ext>
              </a:extLst>
            </p:cNvPr>
            <p:cNvSpPr/>
            <p:nvPr/>
          </p:nvSpPr>
          <p:spPr>
            <a:xfrm>
              <a:off x="0" y="0"/>
              <a:ext cx="4816592" cy="180495"/>
            </a:xfrm>
            <a:custGeom>
              <a:avLst/>
              <a:gdLst/>
              <a:ahLst/>
              <a:cxnLst/>
              <a:rect l="l" t="t" r="r" b="b"/>
              <a:pathLst>
                <a:path w="4816592" h="180495" extrusionOk="0">
                  <a:moveTo>
                    <a:pt x="0" y="0"/>
                  </a:moveTo>
                  <a:lnTo>
                    <a:pt x="4816592" y="0"/>
                  </a:lnTo>
                  <a:lnTo>
                    <a:pt x="4816592" y="180495"/>
                  </a:lnTo>
                  <a:lnTo>
                    <a:pt x="0" y="180495"/>
                  </a:lnTo>
                  <a:close/>
                </a:path>
              </a:pathLst>
            </a:custGeom>
            <a:solidFill>
              <a:srgbClr val="BFCDAC"/>
            </a:solidFill>
            <a:ln>
              <a:noFill/>
            </a:ln>
          </p:spPr>
        </p:sp>
        <p:sp>
          <p:nvSpPr>
            <p:cNvPr id="49" name="Google Shape;305;p22">
              <a:extLst>
                <a:ext uri="{FF2B5EF4-FFF2-40B4-BE49-F238E27FC236}">
                  <a16:creationId xmlns:a16="http://schemas.microsoft.com/office/drawing/2014/main" id="{4E35154D-6B78-78D7-BFBA-00B029669268}"/>
                </a:ext>
              </a:extLst>
            </p:cNvPr>
            <p:cNvSpPr txBox="1"/>
            <p:nvPr/>
          </p:nvSpPr>
          <p:spPr>
            <a:xfrm>
              <a:off x="0" y="-47625"/>
              <a:ext cx="4816593" cy="228120"/>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cxnSp>
        <p:nvCxnSpPr>
          <p:cNvPr id="50" name="Google Shape;306;p22">
            <a:extLst>
              <a:ext uri="{FF2B5EF4-FFF2-40B4-BE49-F238E27FC236}">
                <a16:creationId xmlns:a16="http://schemas.microsoft.com/office/drawing/2014/main" id="{30363E9C-B058-67DE-95BC-83C7DB9B38F5}"/>
              </a:ext>
            </a:extLst>
          </p:cNvPr>
          <p:cNvCxnSpPr/>
          <p:nvPr/>
        </p:nvCxnSpPr>
        <p:spPr>
          <a:xfrm>
            <a:off x="9134475" y="700329"/>
            <a:ext cx="0" cy="666267"/>
          </a:xfrm>
          <a:prstGeom prst="straightConnector1">
            <a:avLst/>
          </a:prstGeom>
          <a:noFill/>
          <a:ln w="19050" cap="flat" cmpd="sng">
            <a:solidFill>
              <a:srgbClr val="333333"/>
            </a:solidFill>
            <a:prstDash val="solid"/>
            <a:round/>
            <a:headEnd type="none" w="sm" len="sm"/>
            <a:tailEnd type="none" w="sm" len="sm"/>
          </a:ln>
        </p:spPr>
      </p:cxnSp>
      <p:cxnSp>
        <p:nvCxnSpPr>
          <p:cNvPr id="51" name="Google Shape;307;p22">
            <a:extLst>
              <a:ext uri="{FF2B5EF4-FFF2-40B4-BE49-F238E27FC236}">
                <a16:creationId xmlns:a16="http://schemas.microsoft.com/office/drawing/2014/main" id="{06F545C8-A084-57E2-135F-77493F62ECBB}"/>
              </a:ext>
            </a:extLst>
          </p:cNvPr>
          <p:cNvCxnSpPr/>
          <p:nvPr/>
        </p:nvCxnSpPr>
        <p:spPr>
          <a:xfrm>
            <a:off x="-9525" y="681279"/>
            <a:ext cx="18288000" cy="0"/>
          </a:xfrm>
          <a:prstGeom prst="straightConnector1">
            <a:avLst/>
          </a:prstGeom>
          <a:noFill/>
          <a:ln w="19050" cap="flat" cmpd="sng">
            <a:solidFill>
              <a:srgbClr val="333333"/>
            </a:solidFill>
            <a:prstDash val="solid"/>
            <a:round/>
            <a:headEnd type="none" w="sm" len="sm"/>
            <a:tailEnd type="none" w="sm" len="sm"/>
          </a:ln>
        </p:spPr>
      </p:cxnSp>
      <p:cxnSp>
        <p:nvCxnSpPr>
          <p:cNvPr id="52" name="Google Shape;308;p22">
            <a:extLst>
              <a:ext uri="{FF2B5EF4-FFF2-40B4-BE49-F238E27FC236}">
                <a16:creationId xmlns:a16="http://schemas.microsoft.com/office/drawing/2014/main" id="{B5FE43F4-5505-8437-C7E8-C070C60A3C04}"/>
              </a:ext>
            </a:extLst>
          </p:cNvPr>
          <p:cNvCxnSpPr/>
          <p:nvPr/>
        </p:nvCxnSpPr>
        <p:spPr>
          <a:xfrm>
            <a:off x="-9525" y="1357071"/>
            <a:ext cx="18288000" cy="0"/>
          </a:xfrm>
          <a:prstGeom prst="straightConnector1">
            <a:avLst/>
          </a:prstGeom>
          <a:noFill/>
          <a:ln w="19050" cap="flat" cmpd="sng">
            <a:solidFill>
              <a:srgbClr val="333333"/>
            </a:solidFill>
            <a:prstDash val="solid"/>
            <a:round/>
            <a:headEnd type="none" w="sm" len="sm"/>
            <a:tailEnd type="none" w="sm" len="sm"/>
          </a:ln>
        </p:spPr>
      </p:cxnSp>
      <p:sp>
        <p:nvSpPr>
          <p:cNvPr id="54" name="Google Shape;310;p22">
            <a:extLst>
              <a:ext uri="{FF2B5EF4-FFF2-40B4-BE49-F238E27FC236}">
                <a16:creationId xmlns:a16="http://schemas.microsoft.com/office/drawing/2014/main" id="{4008D344-70AD-ED65-C343-C7541A5A6F0B}"/>
              </a:ext>
            </a:extLst>
          </p:cNvPr>
          <p:cNvSpPr txBox="1"/>
          <p:nvPr/>
        </p:nvSpPr>
        <p:spPr>
          <a:xfrm>
            <a:off x="708479" y="2507541"/>
            <a:ext cx="16296409" cy="2031325"/>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11000" dirty="0">
                <a:solidFill>
                  <a:srgbClr val="596548"/>
                </a:solidFill>
                <a:latin typeface="Six Caps"/>
                <a:sym typeface="Six Caps"/>
              </a:rPr>
              <a:t>                                  ABOUT THE PROJECT</a:t>
            </a:r>
            <a:endParaRPr dirty="0"/>
          </a:p>
        </p:txBody>
      </p:sp>
      <p:sp>
        <p:nvSpPr>
          <p:cNvPr id="55" name="Google Shape;311;p22">
            <a:extLst>
              <a:ext uri="{FF2B5EF4-FFF2-40B4-BE49-F238E27FC236}">
                <a16:creationId xmlns:a16="http://schemas.microsoft.com/office/drawing/2014/main" id="{D6F8AB76-CE22-5C5E-7423-5E869D9767BB}"/>
              </a:ext>
            </a:extLst>
          </p:cNvPr>
          <p:cNvSpPr txBox="1"/>
          <p:nvPr/>
        </p:nvSpPr>
        <p:spPr>
          <a:xfrm>
            <a:off x="708479" y="5528984"/>
            <a:ext cx="16414397" cy="3490186"/>
          </a:xfrm>
          <a:prstGeom prst="rect">
            <a:avLst/>
          </a:prstGeom>
          <a:noFill/>
          <a:ln>
            <a:noFill/>
          </a:ln>
        </p:spPr>
        <p:txBody>
          <a:bodyPr spcFirstLastPara="1" wrap="square" lIns="0" tIns="0" rIns="0" bIns="0" anchor="t" anchorCtr="0">
            <a:spAutoFit/>
          </a:bodyPr>
          <a:lstStyle/>
          <a:p>
            <a:pPr lvl="0">
              <a:lnSpc>
                <a:spcPct val="140000"/>
              </a:lnSpc>
            </a:pPr>
            <a:r>
              <a:rPr lang="en-US" sz="1800" dirty="0">
                <a:solidFill>
                  <a:srgbClr val="333333"/>
                </a:solidFill>
                <a:latin typeface="Playfair Display"/>
                <a:ea typeface="Playfair Display"/>
                <a:cs typeface="Playfair Display"/>
                <a:sym typeface="Playfair Display"/>
              </a:rPr>
              <a:t>During this project, we faced multiple challenges while working with real-world financial data. The dataset was initially unstructured, with missing values and inconsistent formats, especially in the date column. This caused errors during analysis, which we resolved by cleaning the data using Python (Pandas) and converting all date values into a proper format.</a:t>
            </a:r>
          </a:p>
          <a:p>
            <a:pPr lvl="0">
              <a:lnSpc>
                <a:spcPct val="140000"/>
              </a:lnSpc>
            </a:pPr>
            <a:r>
              <a:rPr lang="en-US" sz="1800" dirty="0">
                <a:solidFill>
                  <a:srgbClr val="333333"/>
                </a:solidFill>
                <a:latin typeface="Playfair Display"/>
                <a:ea typeface="Playfair Display"/>
                <a:cs typeface="Playfair Display"/>
                <a:sym typeface="Playfair Display"/>
              </a:rPr>
              <a:t>Another major issue was that raw data did not provide clear insights. To solve this, we applied grouping and aggregation techniques to analyze patterns such as country-wise risk, transaction types, and shell company involvement. Managing a large dataset was also difficult, so we stored the data in MySQL, which allowed us to perform efficient queries and structured analysis.</a:t>
            </a:r>
          </a:p>
          <a:p>
            <a:pPr lvl="0">
              <a:lnSpc>
                <a:spcPct val="140000"/>
              </a:lnSpc>
            </a:pPr>
            <a:r>
              <a:rPr lang="en-US" sz="1800" dirty="0">
                <a:solidFill>
                  <a:srgbClr val="333333"/>
                </a:solidFill>
                <a:latin typeface="Playfair Display"/>
                <a:ea typeface="Playfair Display"/>
                <a:cs typeface="Playfair Display"/>
                <a:sym typeface="Playfair Display"/>
              </a:rPr>
              <a:t>Finally, understanding the results in raw form was not practical. To address this, we built an interactive dashboard in Power BI that visually represents key metrics like total money flow, high-risk transactions, and risk distribution across countries. This made the data easy to interpret and helped in identifying suspicious patterns effectively.</a:t>
            </a:r>
            <a:endParaRPr sz="1800" b="0" i="0" u="none" strike="noStrike" cap="none" dirty="0">
              <a:solidFill>
                <a:srgbClr val="333333"/>
              </a:solidFill>
              <a:latin typeface="Playfair Display"/>
              <a:ea typeface="Playfair Display"/>
              <a:cs typeface="Playfair Display"/>
              <a:sym typeface="Playfair Display"/>
            </a:endParaRPr>
          </a:p>
        </p:txBody>
      </p:sp>
      <p:sp>
        <p:nvSpPr>
          <p:cNvPr id="56" name="Google Shape;312;p22">
            <a:extLst>
              <a:ext uri="{FF2B5EF4-FFF2-40B4-BE49-F238E27FC236}">
                <a16:creationId xmlns:a16="http://schemas.microsoft.com/office/drawing/2014/main" id="{F3A4408F-A435-2AA8-27A0-57737E2073E3}"/>
              </a:ext>
            </a:extLst>
          </p:cNvPr>
          <p:cNvSpPr txBox="1"/>
          <p:nvPr/>
        </p:nvSpPr>
        <p:spPr>
          <a:xfrm>
            <a:off x="1005530" y="816293"/>
            <a:ext cx="4747570" cy="452432"/>
          </a:xfrm>
          <a:prstGeom prst="rect">
            <a:avLst/>
          </a:prstGeom>
          <a:noFill/>
          <a:ln>
            <a:noFill/>
          </a:ln>
        </p:spPr>
        <p:txBody>
          <a:bodyPr spcFirstLastPara="1" wrap="square" lIns="0" tIns="0" rIns="0" bIns="0" anchor="t" anchorCtr="0">
            <a:spAutoFit/>
          </a:bodyPr>
          <a:lstStyle/>
          <a:p>
            <a:pPr lvl="0">
              <a:lnSpc>
                <a:spcPct val="140000"/>
              </a:lnSpc>
            </a:pPr>
            <a:r>
              <a:rPr lang="en-US" sz="2100" dirty="0">
                <a:solidFill>
                  <a:srgbClr val="333333"/>
                </a:solidFill>
                <a:latin typeface="Playfair Display"/>
                <a:ea typeface="Playfair Display"/>
                <a:cs typeface="Playfair Display"/>
                <a:sym typeface="Playfair Display"/>
              </a:rPr>
              <a:t>FINANCIAL CRIME ANALYTICS</a:t>
            </a:r>
            <a:endParaRPr lang="en-US" sz="2400" dirty="0"/>
          </a:p>
        </p:txBody>
      </p:sp>
      <p:sp>
        <p:nvSpPr>
          <p:cNvPr id="57" name="Google Shape;313;p22">
            <a:extLst>
              <a:ext uri="{FF2B5EF4-FFF2-40B4-BE49-F238E27FC236}">
                <a16:creationId xmlns:a16="http://schemas.microsoft.com/office/drawing/2014/main" id="{F086A25D-C299-46C9-3FE9-F7A6F53C95B3}"/>
              </a:ext>
            </a:extLst>
          </p:cNvPr>
          <p:cNvSpPr txBox="1"/>
          <p:nvPr/>
        </p:nvSpPr>
        <p:spPr>
          <a:xfrm>
            <a:off x="12534900" y="831532"/>
            <a:ext cx="4747570" cy="452432"/>
          </a:xfrm>
          <a:prstGeom prst="rect">
            <a:avLst/>
          </a:prstGeom>
          <a:noFill/>
          <a:ln>
            <a:noFill/>
          </a:ln>
        </p:spPr>
        <p:txBody>
          <a:bodyPr spcFirstLastPara="1" wrap="square" lIns="0" tIns="0" rIns="0" bIns="0" anchor="t" anchorCtr="0">
            <a:spAutoFit/>
          </a:bodyPr>
          <a:lstStyle/>
          <a:p>
            <a:pPr lvl="0" algn="r">
              <a:lnSpc>
                <a:spcPct val="140000"/>
              </a:lnSpc>
            </a:pPr>
            <a:r>
              <a:rPr lang="en-US" sz="2100" dirty="0">
                <a:solidFill>
                  <a:srgbClr val="333333"/>
                </a:solidFill>
                <a:latin typeface="Playfair Display"/>
                <a:ea typeface="Playfair Display"/>
                <a:cs typeface="Playfair Display"/>
                <a:sym typeface="Playfair Display"/>
              </a:rPr>
              <a:t>DATE: 29| 04 |26 </a:t>
            </a:r>
            <a:endParaRPr lang="en-US" sz="2400" dirty="0"/>
          </a:p>
        </p:txBody>
      </p:sp>
      <p:grpSp>
        <p:nvGrpSpPr>
          <p:cNvPr id="58" name="Google Shape;314;p22">
            <a:extLst>
              <a:ext uri="{FF2B5EF4-FFF2-40B4-BE49-F238E27FC236}">
                <a16:creationId xmlns:a16="http://schemas.microsoft.com/office/drawing/2014/main" id="{182383E4-5AD0-A97E-EFEB-456B37A5C6E0}"/>
              </a:ext>
            </a:extLst>
          </p:cNvPr>
          <p:cNvGrpSpPr/>
          <p:nvPr/>
        </p:nvGrpSpPr>
        <p:grpSpPr>
          <a:xfrm>
            <a:off x="708480" y="4564058"/>
            <a:ext cx="16296410" cy="478247"/>
            <a:chOff x="0" y="-38100"/>
            <a:chExt cx="1250389" cy="125958"/>
          </a:xfrm>
        </p:grpSpPr>
        <p:sp>
          <p:nvSpPr>
            <p:cNvPr id="59" name="Google Shape;315;p22">
              <a:extLst>
                <a:ext uri="{FF2B5EF4-FFF2-40B4-BE49-F238E27FC236}">
                  <a16:creationId xmlns:a16="http://schemas.microsoft.com/office/drawing/2014/main" id="{131AF808-58C2-2F69-F9E0-BEEF5C22BAA2}"/>
                </a:ext>
              </a:extLst>
            </p:cNvPr>
            <p:cNvSpPr/>
            <p:nvPr/>
          </p:nvSpPr>
          <p:spPr>
            <a:xfrm>
              <a:off x="0" y="0"/>
              <a:ext cx="1250389" cy="87858"/>
            </a:xfrm>
            <a:custGeom>
              <a:avLst/>
              <a:gdLst/>
              <a:ahLst/>
              <a:cxnLst/>
              <a:rect l="l" t="t" r="r" b="b"/>
              <a:pathLst>
                <a:path w="1250389" h="87858" extrusionOk="0">
                  <a:moveTo>
                    <a:pt x="0" y="0"/>
                  </a:moveTo>
                  <a:lnTo>
                    <a:pt x="1250389" y="0"/>
                  </a:lnTo>
                  <a:lnTo>
                    <a:pt x="1250389" y="87858"/>
                  </a:lnTo>
                  <a:lnTo>
                    <a:pt x="0" y="87858"/>
                  </a:lnTo>
                  <a:close/>
                </a:path>
              </a:pathLst>
            </a:custGeom>
            <a:solidFill>
              <a:srgbClr val="596548"/>
            </a:solidFill>
            <a:ln>
              <a:noFill/>
            </a:ln>
          </p:spPr>
        </p:sp>
        <p:sp>
          <p:nvSpPr>
            <p:cNvPr id="60" name="Google Shape;316;p22">
              <a:extLst>
                <a:ext uri="{FF2B5EF4-FFF2-40B4-BE49-F238E27FC236}">
                  <a16:creationId xmlns:a16="http://schemas.microsoft.com/office/drawing/2014/main" id="{CC837E07-D822-C695-5F9E-9C24BACE0B5C}"/>
                </a:ext>
              </a:extLst>
            </p:cNvPr>
            <p:cNvSpPr txBox="1"/>
            <p:nvPr/>
          </p:nvSpPr>
          <p:spPr>
            <a:xfrm>
              <a:off x="0" y="-38100"/>
              <a:ext cx="1250389" cy="125958"/>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b="0" i="0" u="none" strike="noStrike" cap="none" dirty="0">
                <a:solidFill>
                  <a:schemeClr val="dk1"/>
                </a:solidFill>
                <a:latin typeface="Calibri"/>
                <a:ea typeface="Calibri"/>
                <a:cs typeface="Calibri"/>
                <a:sym typeface="Calibri"/>
              </a:endParaRPr>
            </a:p>
          </p:txBody>
        </p:sp>
      </p:grpSp>
    </p:spTree>
    <p:extLst>
      <p:ext uri="{BB962C8B-B14F-4D97-AF65-F5344CB8AC3E}">
        <p14:creationId xmlns:p14="http://schemas.microsoft.com/office/powerpoint/2010/main" val="16717004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9"/>
                                        </p:tgtEl>
                                        <p:attrNameLst>
                                          <p:attrName>style.visibility</p:attrName>
                                        </p:attrNameLst>
                                      </p:cBhvr>
                                      <p:to>
                                        <p:strVal val="visible"/>
                                      </p:to>
                                    </p:set>
                                    <p:animEffect transition="in" filter="fade">
                                      <p:cBhvr>
                                        <p:cTn id="7" dur="500"/>
                                        <p:tgtEl>
                                          <p:spTgt spid="39"/>
                                        </p:tgtEl>
                                      </p:cBhvr>
                                    </p:animEffect>
                                  </p:childTnLst>
                                </p:cTn>
                              </p:par>
                              <p:par>
                                <p:cTn id="8" presetID="10" presetClass="entr" presetSubtype="0" fill="hold" nodeType="withEffect">
                                  <p:stCondLst>
                                    <p:cond delay="0"/>
                                  </p:stCondLst>
                                  <p:childTnLst>
                                    <p:set>
                                      <p:cBhvr>
                                        <p:cTn id="9" dur="1" fill="hold">
                                          <p:stCondLst>
                                            <p:cond delay="0"/>
                                          </p:stCondLst>
                                        </p:cTn>
                                        <p:tgtEl>
                                          <p:spTgt spid="42"/>
                                        </p:tgtEl>
                                        <p:attrNameLst>
                                          <p:attrName>style.visibility</p:attrName>
                                        </p:attrNameLst>
                                      </p:cBhvr>
                                      <p:to>
                                        <p:strVal val="visible"/>
                                      </p:to>
                                    </p:set>
                                    <p:animEffect transition="in" filter="fade">
                                      <p:cBhvr>
                                        <p:cTn id="10" dur="500"/>
                                        <p:tgtEl>
                                          <p:spTgt spid="42"/>
                                        </p:tgtEl>
                                      </p:cBhvr>
                                    </p:animEffect>
                                  </p:childTnLst>
                                </p:cTn>
                              </p:par>
                              <p:par>
                                <p:cTn id="11" presetID="10" presetClass="entr" presetSubtype="0" fill="hold" nodeType="withEffect">
                                  <p:stCondLst>
                                    <p:cond delay="0"/>
                                  </p:stCondLst>
                                  <p:childTnLst>
                                    <p:set>
                                      <p:cBhvr>
                                        <p:cTn id="12" dur="1" fill="hold">
                                          <p:stCondLst>
                                            <p:cond delay="0"/>
                                          </p:stCondLst>
                                        </p:cTn>
                                        <p:tgtEl>
                                          <p:spTgt spid="46"/>
                                        </p:tgtEl>
                                        <p:attrNameLst>
                                          <p:attrName>style.visibility</p:attrName>
                                        </p:attrNameLst>
                                      </p:cBhvr>
                                      <p:to>
                                        <p:strVal val="visible"/>
                                      </p:to>
                                    </p:set>
                                    <p:animEffect transition="in" filter="fade">
                                      <p:cBhvr>
                                        <p:cTn id="13" dur="500"/>
                                        <p:tgtEl>
                                          <p:spTgt spid="46"/>
                                        </p:tgtEl>
                                      </p:cBhvr>
                                    </p:animEffect>
                                  </p:childTnLst>
                                </p:cTn>
                              </p:par>
                              <p:par>
                                <p:cTn id="14" presetID="10" presetClass="entr" presetSubtype="0" fill="hold" nodeType="withEffect">
                                  <p:stCondLst>
                                    <p:cond delay="0"/>
                                  </p:stCondLst>
                                  <p:childTnLst>
                                    <p:set>
                                      <p:cBhvr>
                                        <p:cTn id="15" dur="1" fill="hold">
                                          <p:stCondLst>
                                            <p:cond delay="0"/>
                                          </p:stCondLst>
                                        </p:cTn>
                                        <p:tgtEl>
                                          <p:spTgt spid="47"/>
                                        </p:tgtEl>
                                        <p:attrNameLst>
                                          <p:attrName>style.visibility</p:attrName>
                                        </p:attrNameLst>
                                      </p:cBhvr>
                                      <p:to>
                                        <p:strVal val="visible"/>
                                      </p:to>
                                    </p:set>
                                    <p:animEffect transition="in" filter="fade">
                                      <p:cBhvr>
                                        <p:cTn id="16" dur="500"/>
                                        <p:tgtEl>
                                          <p:spTgt spid="47"/>
                                        </p:tgtEl>
                                      </p:cBhvr>
                                    </p:animEffect>
                                  </p:childTnLst>
                                </p:cTn>
                              </p:par>
                              <p:par>
                                <p:cTn id="17" presetID="10" presetClass="entr" presetSubtype="0" fill="hold" nodeType="withEffect">
                                  <p:stCondLst>
                                    <p:cond delay="0"/>
                                  </p:stCondLst>
                                  <p:childTnLst>
                                    <p:set>
                                      <p:cBhvr>
                                        <p:cTn id="18" dur="1" fill="hold">
                                          <p:stCondLst>
                                            <p:cond delay="0"/>
                                          </p:stCondLst>
                                        </p:cTn>
                                        <p:tgtEl>
                                          <p:spTgt spid="50"/>
                                        </p:tgtEl>
                                        <p:attrNameLst>
                                          <p:attrName>style.visibility</p:attrName>
                                        </p:attrNameLst>
                                      </p:cBhvr>
                                      <p:to>
                                        <p:strVal val="visible"/>
                                      </p:to>
                                    </p:set>
                                    <p:animEffect transition="in" filter="fade">
                                      <p:cBhvr>
                                        <p:cTn id="19" dur="500"/>
                                        <p:tgtEl>
                                          <p:spTgt spid="50"/>
                                        </p:tgtEl>
                                      </p:cBhvr>
                                    </p:animEffect>
                                  </p:childTnLst>
                                </p:cTn>
                              </p:par>
                              <p:par>
                                <p:cTn id="20" presetID="10" presetClass="entr" presetSubtype="0" fill="hold" nodeType="withEffect">
                                  <p:stCondLst>
                                    <p:cond delay="0"/>
                                  </p:stCondLst>
                                  <p:childTnLst>
                                    <p:set>
                                      <p:cBhvr>
                                        <p:cTn id="21" dur="1" fill="hold">
                                          <p:stCondLst>
                                            <p:cond delay="0"/>
                                          </p:stCondLst>
                                        </p:cTn>
                                        <p:tgtEl>
                                          <p:spTgt spid="51"/>
                                        </p:tgtEl>
                                        <p:attrNameLst>
                                          <p:attrName>style.visibility</p:attrName>
                                        </p:attrNameLst>
                                      </p:cBhvr>
                                      <p:to>
                                        <p:strVal val="visible"/>
                                      </p:to>
                                    </p:set>
                                    <p:animEffect transition="in" filter="fade">
                                      <p:cBhvr>
                                        <p:cTn id="22" dur="500"/>
                                        <p:tgtEl>
                                          <p:spTgt spid="51"/>
                                        </p:tgtEl>
                                      </p:cBhvr>
                                    </p:animEffect>
                                  </p:childTnLst>
                                </p:cTn>
                              </p:par>
                              <p:par>
                                <p:cTn id="23" presetID="10" presetClass="entr" presetSubtype="0" fill="hold" nodeType="withEffect">
                                  <p:stCondLst>
                                    <p:cond delay="0"/>
                                  </p:stCondLst>
                                  <p:childTnLst>
                                    <p:set>
                                      <p:cBhvr>
                                        <p:cTn id="24" dur="1" fill="hold">
                                          <p:stCondLst>
                                            <p:cond delay="0"/>
                                          </p:stCondLst>
                                        </p:cTn>
                                        <p:tgtEl>
                                          <p:spTgt spid="52"/>
                                        </p:tgtEl>
                                        <p:attrNameLst>
                                          <p:attrName>style.visibility</p:attrName>
                                        </p:attrNameLst>
                                      </p:cBhvr>
                                      <p:to>
                                        <p:strVal val="visible"/>
                                      </p:to>
                                    </p:set>
                                    <p:animEffect transition="in" filter="fade">
                                      <p:cBhvr>
                                        <p:cTn id="25" dur="500"/>
                                        <p:tgtEl>
                                          <p:spTgt spid="52"/>
                                        </p:tgtEl>
                                      </p:cBhvr>
                                    </p:animEffect>
                                  </p:childTnLst>
                                </p:cTn>
                              </p:par>
                              <p:par>
                                <p:cTn id="26" presetID="10" presetClass="entr" presetSubtype="0" fill="hold" nodeType="withEffect">
                                  <p:stCondLst>
                                    <p:cond delay="0"/>
                                  </p:stCondLst>
                                  <p:childTnLst>
                                    <p:set>
                                      <p:cBhvr>
                                        <p:cTn id="27" dur="1" fill="hold">
                                          <p:stCondLst>
                                            <p:cond delay="0"/>
                                          </p:stCondLst>
                                        </p:cTn>
                                        <p:tgtEl>
                                          <p:spTgt spid="54"/>
                                        </p:tgtEl>
                                        <p:attrNameLst>
                                          <p:attrName>style.visibility</p:attrName>
                                        </p:attrNameLst>
                                      </p:cBhvr>
                                      <p:to>
                                        <p:strVal val="visible"/>
                                      </p:to>
                                    </p:set>
                                    <p:animEffect transition="in" filter="fade">
                                      <p:cBhvr>
                                        <p:cTn id="28" dur="500"/>
                                        <p:tgtEl>
                                          <p:spTgt spid="54"/>
                                        </p:tgtEl>
                                      </p:cBhvr>
                                    </p:animEffect>
                                  </p:childTnLst>
                                </p:cTn>
                              </p:par>
                              <p:par>
                                <p:cTn id="29" presetID="10" presetClass="entr" presetSubtype="0" fill="hold" nodeType="withEffect">
                                  <p:stCondLst>
                                    <p:cond delay="0"/>
                                  </p:stCondLst>
                                  <p:childTnLst>
                                    <p:set>
                                      <p:cBhvr>
                                        <p:cTn id="30" dur="1" fill="hold">
                                          <p:stCondLst>
                                            <p:cond delay="0"/>
                                          </p:stCondLst>
                                        </p:cTn>
                                        <p:tgtEl>
                                          <p:spTgt spid="55"/>
                                        </p:tgtEl>
                                        <p:attrNameLst>
                                          <p:attrName>style.visibility</p:attrName>
                                        </p:attrNameLst>
                                      </p:cBhvr>
                                      <p:to>
                                        <p:strVal val="visible"/>
                                      </p:to>
                                    </p:set>
                                    <p:animEffect transition="in" filter="fade">
                                      <p:cBhvr>
                                        <p:cTn id="31" dur="500"/>
                                        <p:tgtEl>
                                          <p:spTgt spid="55"/>
                                        </p:tgtEl>
                                      </p:cBhvr>
                                    </p:animEffect>
                                  </p:childTnLst>
                                </p:cTn>
                              </p:par>
                              <p:par>
                                <p:cTn id="32" presetID="10" presetClass="entr" presetSubtype="0" fill="hold" nodeType="withEffect">
                                  <p:stCondLst>
                                    <p:cond delay="0"/>
                                  </p:stCondLst>
                                  <p:childTnLst>
                                    <p:set>
                                      <p:cBhvr>
                                        <p:cTn id="33" dur="1" fill="hold">
                                          <p:stCondLst>
                                            <p:cond delay="0"/>
                                          </p:stCondLst>
                                        </p:cTn>
                                        <p:tgtEl>
                                          <p:spTgt spid="56"/>
                                        </p:tgtEl>
                                        <p:attrNameLst>
                                          <p:attrName>style.visibility</p:attrName>
                                        </p:attrNameLst>
                                      </p:cBhvr>
                                      <p:to>
                                        <p:strVal val="visible"/>
                                      </p:to>
                                    </p:set>
                                    <p:animEffect transition="in" filter="fade">
                                      <p:cBhvr>
                                        <p:cTn id="34" dur="500"/>
                                        <p:tgtEl>
                                          <p:spTgt spid="56"/>
                                        </p:tgtEl>
                                      </p:cBhvr>
                                    </p:animEffect>
                                  </p:childTnLst>
                                </p:cTn>
                              </p:par>
                              <p:par>
                                <p:cTn id="35" presetID="10" presetClass="entr" presetSubtype="0" fill="hold" nodeType="withEffect">
                                  <p:stCondLst>
                                    <p:cond delay="0"/>
                                  </p:stCondLst>
                                  <p:childTnLst>
                                    <p:set>
                                      <p:cBhvr>
                                        <p:cTn id="36" dur="1" fill="hold">
                                          <p:stCondLst>
                                            <p:cond delay="0"/>
                                          </p:stCondLst>
                                        </p:cTn>
                                        <p:tgtEl>
                                          <p:spTgt spid="57"/>
                                        </p:tgtEl>
                                        <p:attrNameLst>
                                          <p:attrName>style.visibility</p:attrName>
                                        </p:attrNameLst>
                                      </p:cBhvr>
                                      <p:to>
                                        <p:strVal val="visible"/>
                                      </p:to>
                                    </p:set>
                                    <p:animEffect transition="in" filter="fade">
                                      <p:cBhvr>
                                        <p:cTn id="37" dur="500"/>
                                        <p:tgtEl>
                                          <p:spTgt spid="57"/>
                                        </p:tgtEl>
                                      </p:cBhvr>
                                    </p:animEffect>
                                  </p:childTnLst>
                                </p:cTn>
                              </p:par>
                              <p:par>
                                <p:cTn id="38" presetID="10" presetClass="entr" presetSubtype="0" fill="hold" nodeType="withEffect">
                                  <p:stCondLst>
                                    <p:cond delay="0"/>
                                  </p:stCondLst>
                                  <p:childTnLst>
                                    <p:set>
                                      <p:cBhvr>
                                        <p:cTn id="39" dur="1" fill="hold">
                                          <p:stCondLst>
                                            <p:cond delay="0"/>
                                          </p:stCondLst>
                                        </p:cTn>
                                        <p:tgtEl>
                                          <p:spTgt spid="58"/>
                                        </p:tgtEl>
                                        <p:attrNameLst>
                                          <p:attrName>style.visibility</p:attrName>
                                        </p:attrNameLst>
                                      </p:cBhvr>
                                      <p:to>
                                        <p:strVal val="visible"/>
                                      </p:to>
                                    </p:set>
                                    <p:animEffect transition="in" filter="fade">
                                      <p:cBhvr>
                                        <p:cTn id="40" dur="500"/>
                                        <p:tgtEl>
                                          <p:spTgt spid="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30C20F8-E0F4-AA6D-8FC9-EEB4666D1264}"/>
              </a:ext>
            </a:extLst>
          </p:cNvPr>
          <p:cNvPicPr>
            <a:picLocks noChangeAspect="1"/>
          </p:cNvPicPr>
          <p:nvPr/>
        </p:nvPicPr>
        <p:blipFill>
          <a:blip r:embed="rId2"/>
          <a:stretch>
            <a:fillRect/>
          </a:stretch>
        </p:blipFill>
        <p:spPr>
          <a:xfrm>
            <a:off x="914399" y="1460090"/>
            <a:ext cx="16503445" cy="8391833"/>
          </a:xfrm>
          <a:prstGeom prst="rect">
            <a:avLst/>
          </a:prstGeom>
        </p:spPr>
      </p:pic>
      <p:sp>
        <p:nvSpPr>
          <p:cNvPr id="4" name="TextBox 3">
            <a:extLst>
              <a:ext uri="{FF2B5EF4-FFF2-40B4-BE49-F238E27FC236}">
                <a16:creationId xmlns:a16="http://schemas.microsoft.com/office/drawing/2014/main" id="{9CA87F07-E5F0-5EC2-B826-BB0D18B18EDA}"/>
              </a:ext>
            </a:extLst>
          </p:cNvPr>
          <p:cNvSpPr txBox="1"/>
          <p:nvPr/>
        </p:nvSpPr>
        <p:spPr>
          <a:xfrm>
            <a:off x="4144297" y="221226"/>
            <a:ext cx="9453716" cy="923330"/>
          </a:xfrm>
          <a:prstGeom prst="rect">
            <a:avLst/>
          </a:prstGeom>
          <a:noFill/>
        </p:spPr>
        <p:txBody>
          <a:bodyPr wrap="square" rtlCol="0">
            <a:spAutoFit/>
          </a:bodyPr>
          <a:lstStyle/>
          <a:p>
            <a:pPr algn="ctr"/>
            <a:r>
              <a:rPr lang="en-IN" sz="5400" dirty="0">
                <a:latin typeface="Playfair Display" panose="00000500000000000000" pitchFamily="2" charset="0"/>
              </a:rPr>
              <a:t>DASHBOARD</a:t>
            </a:r>
          </a:p>
        </p:txBody>
      </p:sp>
    </p:spTree>
    <p:extLst>
      <p:ext uri="{BB962C8B-B14F-4D97-AF65-F5344CB8AC3E}">
        <p14:creationId xmlns:p14="http://schemas.microsoft.com/office/powerpoint/2010/main" val="420861700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oogle Shape;701;p34">
            <a:extLst>
              <a:ext uri="{FF2B5EF4-FFF2-40B4-BE49-F238E27FC236}">
                <a16:creationId xmlns:a16="http://schemas.microsoft.com/office/drawing/2014/main" id="{EE9FB063-331E-5186-20CD-013ED8CCFDD7}"/>
              </a:ext>
            </a:extLst>
          </p:cNvPr>
          <p:cNvGrpSpPr/>
          <p:nvPr/>
        </p:nvGrpSpPr>
        <p:grpSpPr>
          <a:xfrm>
            <a:off x="584122" y="2302851"/>
            <a:ext cx="6539349" cy="2598933"/>
            <a:chOff x="0" y="0"/>
            <a:chExt cx="1879015" cy="590269"/>
          </a:xfrm>
        </p:grpSpPr>
        <p:sp>
          <p:nvSpPr>
            <p:cNvPr id="3" name="Google Shape;702;p34">
              <a:extLst>
                <a:ext uri="{FF2B5EF4-FFF2-40B4-BE49-F238E27FC236}">
                  <a16:creationId xmlns:a16="http://schemas.microsoft.com/office/drawing/2014/main" id="{5914B912-D641-B3F5-27B9-43FC53490A65}"/>
                </a:ext>
              </a:extLst>
            </p:cNvPr>
            <p:cNvSpPr/>
            <p:nvPr/>
          </p:nvSpPr>
          <p:spPr>
            <a:xfrm>
              <a:off x="0" y="0"/>
              <a:ext cx="1879015" cy="590269"/>
            </a:xfrm>
            <a:custGeom>
              <a:avLst/>
              <a:gdLst/>
              <a:ahLst/>
              <a:cxnLst/>
              <a:rect l="l" t="t" r="r" b="b"/>
              <a:pathLst>
                <a:path w="1879015" h="590269" extrusionOk="0">
                  <a:moveTo>
                    <a:pt x="0" y="0"/>
                  </a:moveTo>
                  <a:lnTo>
                    <a:pt x="1879015" y="0"/>
                  </a:lnTo>
                  <a:lnTo>
                    <a:pt x="1879015" y="590269"/>
                  </a:lnTo>
                  <a:lnTo>
                    <a:pt x="0" y="590269"/>
                  </a:lnTo>
                  <a:close/>
                </a:path>
              </a:pathLst>
            </a:custGeom>
            <a:solidFill>
              <a:srgbClr val="000000">
                <a:alpha val="0"/>
              </a:srgbClr>
            </a:solidFill>
            <a:ln w="38100" cap="sq" cmpd="sng">
              <a:solidFill>
                <a:srgbClr val="333333"/>
              </a:solidFill>
              <a:prstDash val="solid"/>
              <a:miter lim="8000"/>
              <a:headEnd type="none" w="sm" len="sm"/>
              <a:tailEnd type="none" w="sm" len="sm"/>
            </a:ln>
          </p:spPr>
        </p:sp>
        <p:sp>
          <p:nvSpPr>
            <p:cNvPr id="4" name="Google Shape;703;p34">
              <a:extLst>
                <a:ext uri="{FF2B5EF4-FFF2-40B4-BE49-F238E27FC236}">
                  <a16:creationId xmlns:a16="http://schemas.microsoft.com/office/drawing/2014/main" id="{33EDBCB8-3FD1-0935-F2C5-35409FBC506C}"/>
                </a:ext>
              </a:extLst>
            </p:cNvPr>
            <p:cNvSpPr txBox="1"/>
            <p:nvPr/>
          </p:nvSpPr>
          <p:spPr>
            <a:xfrm>
              <a:off x="0" y="0"/>
              <a:ext cx="1879015" cy="590269"/>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r>
                <a:rPr lang="en-IN" sz="2800" b="0" i="0" u="none" strike="noStrike" cap="none" dirty="0">
                  <a:solidFill>
                    <a:schemeClr val="dk1"/>
                  </a:solidFill>
                  <a:latin typeface="Playfair Display" panose="00000500000000000000" pitchFamily="2" charset="0"/>
                  <a:ea typeface="Calibri"/>
                  <a:cs typeface="Calibri"/>
                  <a:sym typeface="Calibri"/>
                </a:rPr>
                <a:t>DATA CLEANING WITH PYTHON</a:t>
              </a:r>
              <a:endParaRPr sz="2800" b="0" i="0" u="none" strike="noStrike" cap="none" dirty="0">
                <a:solidFill>
                  <a:schemeClr val="dk1"/>
                </a:solidFill>
                <a:latin typeface="Playfair Display" panose="00000500000000000000" pitchFamily="2" charset="0"/>
                <a:ea typeface="Calibri"/>
                <a:cs typeface="Calibri"/>
                <a:sym typeface="Calibri"/>
              </a:endParaRPr>
            </a:p>
          </p:txBody>
        </p:sp>
      </p:grpSp>
      <p:grpSp>
        <p:nvGrpSpPr>
          <p:cNvPr id="5" name="Google Shape;701;p34">
            <a:extLst>
              <a:ext uri="{FF2B5EF4-FFF2-40B4-BE49-F238E27FC236}">
                <a16:creationId xmlns:a16="http://schemas.microsoft.com/office/drawing/2014/main" id="{A1474D84-6DF4-EF08-5C26-60DE2512055E}"/>
              </a:ext>
            </a:extLst>
          </p:cNvPr>
          <p:cNvGrpSpPr/>
          <p:nvPr/>
        </p:nvGrpSpPr>
        <p:grpSpPr>
          <a:xfrm>
            <a:off x="10313233" y="2193101"/>
            <a:ext cx="7174521" cy="2708683"/>
            <a:chOff x="0" y="-38100"/>
            <a:chExt cx="1879015" cy="628369"/>
          </a:xfrm>
        </p:grpSpPr>
        <p:sp>
          <p:nvSpPr>
            <p:cNvPr id="6" name="Google Shape;702;p34">
              <a:extLst>
                <a:ext uri="{FF2B5EF4-FFF2-40B4-BE49-F238E27FC236}">
                  <a16:creationId xmlns:a16="http://schemas.microsoft.com/office/drawing/2014/main" id="{DE882104-6889-677A-3568-4F5C9F2EB21C}"/>
                </a:ext>
              </a:extLst>
            </p:cNvPr>
            <p:cNvSpPr/>
            <p:nvPr/>
          </p:nvSpPr>
          <p:spPr>
            <a:xfrm>
              <a:off x="0" y="0"/>
              <a:ext cx="1879015" cy="590269"/>
            </a:xfrm>
            <a:custGeom>
              <a:avLst/>
              <a:gdLst/>
              <a:ahLst/>
              <a:cxnLst/>
              <a:rect l="l" t="t" r="r" b="b"/>
              <a:pathLst>
                <a:path w="1879015" h="590269" extrusionOk="0">
                  <a:moveTo>
                    <a:pt x="0" y="0"/>
                  </a:moveTo>
                  <a:lnTo>
                    <a:pt x="1879015" y="0"/>
                  </a:lnTo>
                  <a:lnTo>
                    <a:pt x="1879015" y="590269"/>
                  </a:lnTo>
                  <a:lnTo>
                    <a:pt x="0" y="590269"/>
                  </a:lnTo>
                  <a:close/>
                </a:path>
              </a:pathLst>
            </a:custGeom>
            <a:solidFill>
              <a:srgbClr val="000000">
                <a:alpha val="0"/>
              </a:srgbClr>
            </a:solidFill>
            <a:ln w="38100" cap="sq" cmpd="sng">
              <a:solidFill>
                <a:srgbClr val="333333"/>
              </a:solidFill>
              <a:prstDash val="solid"/>
              <a:miter lim="8000"/>
              <a:headEnd type="none" w="sm" len="sm"/>
              <a:tailEnd type="none" w="sm" len="sm"/>
            </a:ln>
          </p:spPr>
        </p:sp>
        <p:sp>
          <p:nvSpPr>
            <p:cNvPr id="7" name="Google Shape;703;p34">
              <a:extLst>
                <a:ext uri="{FF2B5EF4-FFF2-40B4-BE49-F238E27FC236}">
                  <a16:creationId xmlns:a16="http://schemas.microsoft.com/office/drawing/2014/main" id="{E6F073B6-D262-AE9C-A4A6-7E10905FEEB7}"/>
                </a:ext>
              </a:extLst>
            </p:cNvPr>
            <p:cNvSpPr txBox="1"/>
            <p:nvPr/>
          </p:nvSpPr>
          <p:spPr>
            <a:xfrm>
              <a:off x="0" y="-38100"/>
              <a:ext cx="1879015" cy="628369"/>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r>
                <a:rPr lang="en-IN" sz="2800" b="0" i="0" u="none" strike="noStrike" cap="none" dirty="0">
                  <a:solidFill>
                    <a:schemeClr val="dk1"/>
                  </a:solidFill>
                  <a:latin typeface="Playfair Display" panose="00000500000000000000" pitchFamily="2" charset="0"/>
                  <a:ea typeface="Calibri"/>
                  <a:cs typeface="Calibri"/>
                  <a:sym typeface="Calibri"/>
                </a:rPr>
                <a:t>DATA VISULIZATION SKILLS</a:t>
              </a:r>
              <a:endParaRPr sz="2800" b="0" i="0" u="none" strike="noStrike" cap="none" dirty="0">
                <a:solidFill>
                  <a:schemeClr val="dk1"/>
                </a:solidFill>
                <a:latin typeface="Playfair Display" panose="00000500000000000000" pitchFamily="2" charset="0"/>
                <a:ea typeface="Calibri"/>
                <a:cs typeface="Calibri"/>
                <a:sym typeface="Calibri"/>
              </a:endParaRPr>
            </a:p>
          </p:txBody>
        </p:sp>
      </p:grpSp>
      <p:sp>
        <p:nvSpPr>
          <p:cNvPr id="9" name="Google Shape;310;p22">
            <a:extLst>
              <a:ext uri="{FF2B5EF4-FFF2-40B4-BE49-F238E27FC236}">
                <a16:creationId xmlns:a16="http://schemas.microsoft.com/office/drawing/2014/main" id="{EAE89EC0-5985-C9A6-1944-C3EDBB299C1B}"/>
              </a:ext>
            </a:extLst>
          </p:cNvPr>
          <p:cNvSpPr txBox="1"/>
          <p:nvPr/>
        </p:nvSpPr>
        <p:spPr>
          <a:xfrm>
            <a:off x="1767148" y="150544"/>
            <a:ext cx="11901948" cy="2031325"/>
          </a:xfrm>
          <a:prstGeom prst="rect">
            <a:avLst/>
          </a:prstGeom>
          <a:noFill/>
          <a:ln>
            <a:noFill/>
          </a:ln>
        </p:spPr>
        <p:txBody>
          <a:bodyPr spcFirstLastPara="1" wrap="square" lIns="0" tIns="0" rIns="0" bIns="0" anchor="t" anchorCtr="0">
            <a:spAutoFit/>
          </a:bodyPr>
          <a:lstStyle/>
          <a:p>
            <a:pPr lvl="0">
              <a:lnSpc>
                <a:spcPct val="120000"/>
              </a:lnSpc>
            </a:pPr>
            <a:r>
              <a:rPr lang="en-US" sz="11000" dirty="0">
                <a:solidFill>
                  <a:srgbClr val="596548"/>
                </a:solidFill>
                <a:latin typeface="Six Caps"/>
                <a:sym typeface="Six Caps"/>
              </a:rPr>
              <a:t>                               WHAT I LEARND</a:t>
            </a:r>
            <a:endParaRPr dirty="0"/>
          </a:p>
        </p:txBody>
      </p:sp>
      <p:grpSp>
        <p:nvGrpSpPr>
          <p:cNvPr id="11" name="Google Shape;295;p22">
            <a:extLst>
              <a:ext uri="{FF2B5EF4-FFF2-40B4-BE49-F238E27FC236}">
                <a16:creationId xmlns:a16="http://schemas.microsoft.com/office/drawing/2014/main" id="{EBB7491F-17CC-4013-F029-C2F66A911699}"/>
              </a:ext>
            </a:extLst>
          </p:cNvPr>
          <p:cNvGrpSpPr/>
          <p:nvPr/>
        </p:nvGrpSpPr>
        <p:grpSpPr>
          <a:xfrm>
            <a:off x="0" y="9396653"/>
            <a:ext cx="18288000" cy="668839"/>
            <a:chOff x="0" y="-38100"/>
            <a:chExt cx="4816593" cy="176155"/>
          </a:xfrm>
        </p:grpSpPr>
        <p:sp>
          <p:nvSpPr>
            <p:cNvPr id="12" name="Google Shape;296;p22">
              <a:extLst>
                <a:ext uri="{FF2B5EF4-FFF2-40B4-BE49-F238E27FC236}">
                  <a16:creationId xmlns:a16="http://schemas.microsoft.com/office/drawing/2014/main" id="{167FF16B-603A-D10F-7AD6-6105EF38BF4A}"/>
                </a:ext>
              </a:extLst>
            </p:cNvPr>
            <p:cNvSpPr/>
            <p:nvPr/>
          </p:nvSpPr>
          <p:spPr>
            <a:xfrm>
              <a:off x="0" y="0"/>
              <a:ext cx="4816592" cy="138055"/>
            </a:xfrm>
            <a:custGeom>
              <a:avLst/>
              <a:gdLst/>
              <a:ahLst/>
              <a:cxnLst/>
              <a:rect l="l" t="t" r="r" b="b"/>
              <a:pathLst>
                <a:path w="4816592" h="138055" extrusionOk="0">
                  <a:moveTo>
                    <a:pt x="0" y="0"/>
                  </a:moveTo>
                  <a:lnTo>
                    <a:pt x="4816592" y="0"/>
                  </a:lnTo>
                  <a:lnTo>
                    <a:pt x="4816592" y="138055"/>
                  </a:lnTo>
                  <a:lnTo>
                    <a:pt x="0" y="138055"/>
                  </a:lnTo>
                  <a:close/>
                </a:path>
              </a:pathLst>
            </a:custGeom>
            <a:solidFill>
              <a:srgbClr val="333333"/>
            </a:solidFill>
            <a:ln>
              <a:noFill/>
            </a:ln>
          </p:spPr>
        </p:sp>
        <p:sp>
          <p:nvSpPr>
            <p:cNvPr id="13" name="Google Shape;297;p22">
              <a:extLst>
                <a:ext uri="{FF2B5EF4-FFF2-40B4-BE49-F238E27FC236}">
                  <a16:creationId xmlns:a16="http://schemas.microsoft.com/office/drawing/2014/main" id="{E4B8AB99-EDB4-3208-BB11-176CDF1743D6}"/>
                </a:ext>
              </a:extLst>
            </p:cNvPr>
            <p:cNvSpPr txBox="1"/>
            <p:nvPr/>
          </p:nvSpPr>
          <p:spPr>
            <a:xfrm>
              <a:off x="0" y="-38100"/>
              <a:ext cx="4816593" cy="176155"/>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8" name="Google Shape;298;p22">
            <a:extLst>
              <a:ext uri="{FF2B5EF4-FFF2-40B4-BE49-F238E27FC236}">
                <a16:creationId xmlns:a16="http://schemas.microsoft.com/office/drawing/2014/main" id="{B621DE66-F433-AF53-D56C-21FA9A4B5D28}"/>
              </a:ext>
            </a:extLst>
          </p:cNvPr>
          <p:cNvGrpSpPr/>
          <p:nvPr/>
        </p:nvGrpSpPr>
        <p:grpSpPr>
          <a:xfrm>
            <a:off x="8468091" y="9419116"/>
            <a:ext cx="1351813" cy="768573"/>
            <a:chOff x="0" y="0"/>
            <a:chExt cx="11928966" cy="6782210"/>
          </a:xfrm>
        </p:grpSpPr>
        <p:sp>
          <p:nvSpPr>
            <p:cNvPr id="19" name="Google Shape;299;p22">
              <a:extLst>
                <a:ext uri="{FF2B5EF4-FFF2-40B4-BE49-F238E27FC236}">
                  <a16:creationId xmlns:a16="http://schemas.microsoft.com/office/drawing/2014/main" id="{940C9D9F-8609-3A4F-AAD2-C08269D2CC7F}"/>
                </a:ext>
              </a:extLst>
            </p:cNvPr>
            <p:cNvSpPr/>
            <p:nvPr/>
          </p:nvSpPr>
          <p:spPr>
            <a:xfrm>
              <a:off x="6350" y="6350"/>
              <a:ext cx="11916266" cy="6769510"/>
            </a:xfrm>
            <a:custGeom>
              <a:avLst/>
              <a:gdLst/>
              <a:ahLst/>
              <a:cxnLst/>
              <a:rect l="l" t="t" r="r" b="b"/>
              <a:pathLst>
                <a:path w="11916266" h="6769510" extrusionOk="0">
                  <a:moveTo>
                    <a:pt x="0" y="0"/>
                  </a:moveTo>
                  <a:lnTo>
                    <a:pt x="11916266" y="0"/>
                  </a:lnTo>
                  <a:lnTo>
                    <a:pt x="11916266" y="6769510"/>
                  </a:lnTo>
                  <a:lnTo>
                    <a:pt x="0" y="6769510"/>
                  </a:lnTo>
                  <a:close/>
                </a:path>
              </a:pathLst>
            </a:custGeom>
            <a:solidFill>
              <a:srgbClr val="333333"/>
            </a:solidFill>
            <a:ln>
              <a:noFill/>
            </a:ln>
          </p:spPr>
        </p:sp>
        <p:sp>
          <p:nvSpPr>
            <p:cNvPr id="20" name="Google Shape;300;p22">
              <a:extLst>
                <a:ext uri="{FF2B5EF4-FFF2-40B4-BE49-F238E27FC236}">
                  <a16:creationId xmlns:a16="http://schemas.microsoft.com/office/drawing/2014/main" id="{0E9DD170-02D5-C087-C6B1-AA6837078F84}"/>
                </a:ext>
              </a:extLst>
            </p:cNvPr>
            <p:cNvSpPr/>
            <p:nvPr/>
          </p:nvSpPr>
          <p:spPr>
            <a:xfrm>
              <a:off x="0" y="0"/>
              <a:ext cx="11928966" cy="6782210"/>
            </a:xfrm>
            <a:custGeom>
              <a:avLst/>
              <a:gdLst/>
              <a:ahLst/>
              <a:cxnLst/>
              <a:rect l="l" t="t" r="r" b="b"/>
              <a:pathLst>
                <a:path w="11928966" h="6782210" extrusionOk="0">
                  <a:moveTo>
                    <a:pt x="6350" y="6782210"/>
                  </a:moveTo>
                  <a:lnTo>
                    <a:pt x="0" y="6782210"/>
                  </a:lnTo>
                  <a:lnTo>
                    <a:pt x="0" y="0"/>
                  </a:lnTo>
                  <a:lnTo>
                    <a:pt x="11928966" y="0"/>
                  </a:lnTo>
                  <a:lnTo>
                    <a:pt x="11928966" y="6782210"/>
                  </a:lnTo>
                  <a:lnTo>
                    <a:pt x="6350" y="6782210"/>
                  </a:lnTo>
                  <a:close/>
                  <a:moveTo>
                    <a:pt x="12700" y="12700"/>
                  </a:moveTo>
                  <a:lnTo>
                    <a:pt x="12700" y="6769510"/>
                  </a:lnTo>
                  <a:lnTo>
                    <a:pt x="11916266" y="6769510"/>
                  </a:lnTo>
                  <a:lnTo>
                    <a:pt x="11916266" y="12700"/>
                  </a:lnTo>
                  <a:lnTo>
                    <a:pt x="12700" y="12700"/>
                  </a:lnTo>
                  <a:close/>
                </a:path>
              </a:pathLst>
            </a:custGeom>
            <a:solidFill>
              <a:srgbClr val="F8F3E2"/>
            </a:solidFill>
            <a:ln>
              <a:noFill/>
            </a:ln>
          </p:spPr>
        </p:sp>
        <p:sp>
          <p:nvSpPr>
            <p:cNvPr id="21" name="Google Shape;301;p22">
              <a:extLst>
                <a:ext uri="{FF2B5EF4-FFF2-40B4-BE49-F238E27FC236}">
                  <a16:creationId xmlns:a16="http://schemas.microsoft.com/office/drawing/2014/main" id="{BCEC894D-27B4-2E80-D528-5CA308BD4F55}"/>
                </a:ext>
              </a:extLst>
            </p:cNvPr>
            <p:cNvSpPr/>
            <p:nvPr/>
          </p:nvSpPr>
          <p:spPr>
            <a:xfrm>
              <a:off x="139700" y="140970"/>
              <a:ext cx="11648296" cy="6501540"/>
            </a:xfrm>
            <a:custGeom>
              <a:avLst/>
              <a:gdLst/>
              <a:ahLst/>
              <a:cxnLst/>
              <a:rect l="l" t="t" r="r" b="b"/>
              <a:pathLst>
                <a:path w="11648296" h="6501540" extrusionOk="0">
                  <a:moveTo>
                    <a:pt x="0" y="0"/>
                  </a:moveTo>
                  <a:lnTo>
                    <a:pt x="11648296" y="0"/>
                  </a:lnTo>
                  <a:lnTo>
                    <a:pt x="11648296" y="6501540"/>
                  </a:lnTo>
                  <a:lnTo>
                    <a:pt x="0" y="6501540"/>
                  </a:lnTo>
                  <a:close/>
                </a:path>
              </a:pathLst>
            </a:custGeom>
            <a:solidFill>
              <a:srgbClr val="F8F3E2"/>
            </a:solidFill>
            <a:ln>
              <a:noFill/>
            </a:ln>
          </p:spPr>
        </p:sp>
      </p:grpSp>
      <p:sp>
        <p:nvSpPr>
          <p:cNvPr id="26" name="Google Shape;302;p22">
            <a:extLst>
              <a:ext uri="{FF2B5EF4-FFF2-40B4-BE49-F238E27FC236}">
                <a16:creationId xmlns:a16="http://schemas.microsoft.com/office/drawing/2014/main" id="{ABD63826-FDE1-DE1A-DCCF-47F3D7E32B03}"/>
              </a:ext>
            </a:extLst>
          </p:cNvPr>
          <p:cNvSpPr txBox="1"/>
          <p:nvPr/>
        </p:nvSpPr>
        <p:spPr>
          <a:xfrm>
            <a:off x="8540469" y="9544869"/>
            <a:ext cx="1206912" cy="517065"/>
          </a:xfrm>
          <a:prstGeom prst="rect">
            <a:avLst/>
          </a:prstGeom>
          <a:noFill/>
          <a:ln>
            <a:noFill/>
          </a:ln>
        </p:spPr>
        <p:txBody>
          <a:bodyPr spcFirstLastPara="1" wrap="square" lIns="0" tIns="0" rIns="0" bIns="0" anchor="t" anchorCtr="0">
            <a:spAutoFit/>
          </a:bodyPr>
          <a:lstStyle/>
          <a:p>
            <a:pPr marL="0" marR="0" lvl="0" indent="0" algn="ctr" rtl="0">
              <a:lnSpc>
                <a:spcPct val="139958"/>
              </a:lnSpc>
              <a:spcBef>
                <a:spcPts val="0"/>
              </a:spcBef>
              <a:spcAft>
                <a:spcPts val="0"/>
              </a:spcAft>
              <a:buNone/>
            </a:pPr>
            <a:r>
              <a:rPr lang="en-US" sz="2400" b="1" dirty="0">
                <a:solidFill>
                  <a:srgbClr val="333333"/>
                </a:solidFill>
                <a:latin typeface="Playfair Display"/>
                <a:sym typeface="Playfair Display"/>
              </a:rPr>
              <a:t>07</a:t>
            </a:r>
            <a:endParaRPr dirty="0"/>
          </a:p>
        </p:txBody>
      </p:sp>
      <p:grpSp>
        <p:nvGrpSpPr>
          <p:cNvPr id="27" name="Google Shape;701;p34">
            <a:extLst>
              <a:ext uri="{FF2B5EF4-FFF2-40B4-BE49-F238E27FC236}">
                <a16:creationId xmlns:a16="http://schemas.microsoft.com/office/drawing/2014/main" id="{9524B85C-1DE1-685B-3863-B26BEF981EA7}"/>
              </a:ext>
            </a:extLst>
          </p:cNvPr>
          <p:cNvGrpSpPr/>
          <p:nvPr/>
        </p:nvGrpSpPr>
        <p:grpSpPr>
          <a:xfrm>
            <a:off x="584122" y="5849752"/>
            <a:ext cx="6539349" cy="2598933"/>
            <a:chOff x="0" y="0"/>
            <a:chExt cx="1879015" cy="590269"/>
          </a:xfrm>
        </p:grpSpPr>
        <p:sp>
          <p:nvSpPr>
            <p:cNvPr id="28" name="Google Shape;702;p34">
              <a:extLst>
                <a:ext uri="{FF2B5EF4-FFF2-40B4-BE49-F238E27FC236}">
                  <a16:creationId xmlns:a16="http://schemas.microsoft.com/office/drawing/2014/main" id="{495E9634-1F57-84DD-1777-F592174AFF2E}"/>
                </a:ext>
              </a:extLst>
            </p:cNvPr>
            <p:cNvSpPr/>
            <p:nvPr/>
          </p:nvSpPr>
          <p:spPr>
            <a:xfrm>
              <a:off x="0" y="0"/>
              <a:ext cx="1879015" cy="590269"/>
            </a:xfrm>
            <a:custGeom>
              <a:avLst/>
              <a:gdLst/>
              <a:ahLst/>
              <a:cxnLst/>
              <a:rect l="l" t="t" r="r" b="b"/>
              <a:pathLst>
                <a:path w="1879015" h="590269" extrusionOk="0">
                  <a:moveTo>
                    <a:pt x="0" y="0"/>
                  </a:moveTo>
                  <a:lnTo>
                    <a:pt x="1879015" y="0"/>
                  </a:lnTo>
                  <a:lnTo>
                    <a:pt x="1879015" y="590269"/>
                  </a:lnTo>
                  <a:lnTo>
                    <a:pt x="0" y="590269"/>
                  </a:lnTo>
                  <a:close/>
                </a:path>
              </a:pathLst>
            </a:custGeom>
            <a:solidFill>
              <a:srgbClr val="000000">
                <a:alpha val="0"/>
              </a:srgbClr>
            </a:solidFill>
            <a:ln w="38100" cap="sq" cmpd="sng">
              <a:solidFill>
                <a:srgbClr val="333333"/>
              </a:solidFill>
              <a:prstDash val="solid"/>
              <a:miter lim="8000"/>
              <a:headEnd type="none" w="sm" len="sm"/>
              <a:tailEnd type="none" w="sm" len="sm"/>
            </a:ln>
          </p:spPr>
        </p:sp>
        <p:sp>
          <p:nvSpPr>
            <p:cNvPr id="29" name="Google Shape;703;p34">
              <a:extLst>
                <a:ext uri="{FF2B5EF4-FFF2-40B4-BE49-F238E27FC236}">
                  <a16:creationId xmlns:a16="http://schemas.microsoft.com/office/drawing/2014/main" id="{AA41487B-0511-CA26-5C7F-AE9B623C8E51}"/>
                </a:ext>
              </a:extLst>
            </p:cNvPr>
            <p:cNvSpPr txBox="1"/>
            <p:nvPr/>
          </p:nvSpPr>
          <p:spPr>
            <a:xfrm>
              <a:off x="0" y="0"/>
              <a:ext cx="1879015" cy="590269"/>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2000" b="0" i="0" u="none" strike="noStrike" cap="none" dirty="0">
                <a:solidFill>
                  <a:schemeClr val="dk1"/>
                </a:solidFill>
                <a:latin typeface="Playfair Display" panose="00000500000000000000" pitchFamily="2" charset="0"/>
                <a:ea typeface="Calibri"/>
                <a:cs typeface="Calibri"/>
                <a:sym typeface="Calibri"/>
              </a:endParaRPr>
            </a:p>
          </p:txBody>
        </p:sp>
      </p:grpSp>
      <p:sp>
        <p:nvSpPr>
          <p:cNvPr id="30" name="Google Shape;703;p34">
            <a:extLst>
              <a:ext uri="{FF2B5EF4-FFF2-40B4-BE49-F238E27FC236}">
                <a16:creationId xmlns:a16="http://schemas.microsoft.com/office/drawing/2014/main" id="{EC5C7161-8D29-25E0-A85B-2DD040B1414B}"/>
              </a:ext>
            </a:extLst>
          </p:cNvPr>
          <p:cNvSpPr txBox="1"/>
          <p:nvPr/>
        </p:nvSpPr>
        <p:spPr>
          <a:xfrm>
            <a:off x="691552" y="5849751"/>
            <a:ext cx="6539349" cy="2598933"/>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2000" b="0" i="0" u="none" strike="noStrike" cap="none" dirty="0">
              <a:solidFill>
                <a:schemeClr val="dk1"/>
              </a:solidFill>
              <a:latin typeface="Playfair Display" panose="00000500000000000000" pitchFamily="2" charset="0"/>
              <a:ea typeface="Calibri"/>
              <a:cs typeface="Calibri"/>
              <a:sym typeface="Calibri"/>
            </a:endParaRPr>
          </a:p>
        </p:txBody>
      </p:sp>
      <p:sp>
        <p:nvSpPr>
          <p:cNvPr id="31" name="Google Shape;703;p34">
            <a:extLst>
              <a:ext uri="{FF2B5EF4-FFF2-40B4-BE49-F238E27FC236}">
                <a16:creationId xmlns:a16="http://schemas.microsoft.com/office/drawing/2014/main" id="{38F3A54A-EC40-5F4C-177F-D8A6FEF65BC9}"/>
              </a:ext>
            </a:extLst>
          </p:cNvPr>
          <p:cNvSpPr txBox="1"/>
          <p:nvPr/>
        </p:nvSpPr>
        <p:spPr>
          <a:xfrm>
            <a:off x="675387" y="5849751"/>
            <a:ext cx="6539349" cy="2598933"/>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r>
              <a:rPr lang="en-IN" sz="2800" b="0" i="0" u="none" strike="noStrike" cap="none" dirty="0">
                <a:solidFill>
                  <a:schemeClr val="dk1"/>
                </a:solidFill>
                <a:latin typeface="Playfair Display" panose="00000500000000000000" pitchFamily="2" charset="0"/>
                <a:ea typeface="Calibri"/>
                <a:cs typeface="Calibri"/>
                <a:sym typeface="Calibri"/>
              </a:rPr>
              <a:t>SQL FOR DATA ANALYSIS</a:t>
            </a:r>
            <a:endParaRPr sz="2800" b="0" i="0" u="none" strike="noStrike" cap="none" dirty="0">
              <a:solidFill>
                <a:schemeClr val="dk1"/>
              </a:solidFill>
              <a:latin typeface="Playfair Display" panose="00000500000000000000" pitchFamily="2" charset="0"/>
              <a:ea typeface="Calibri"/>
              <a:cs typeface="Calibri"/>
              <a:sym typeface="Calibri"/>
            </a:endParaRPr>
          </a:p>
        </p:txBody>
      </p:sp>
      <p:grpSp>
        <p:nvGrpSpPr>
          <p:cNvPr id="32" name="Google Shape;701;p34">
            <a:extLst>
              <a:ext uri="{FF2B5EF4-FFF2-40B4-BE49-F238E27FC236}">
                <a16:creationId xmlns:a16="http://schemas.microsoft.com/office/drawing/2014/main" id="{4EBB3CE0-1DB9-618F-E976-B67FEF47C475}"/>
              </a:ext>
            </a:extLst>
          </p:cNvPr>
          <p:cNvGrpSpPr/>
          <p:nvPr/>
        </p:nvGrpSpPr>
        <p:grpSpPr>
          <a:xfrm>
            <a:off x="10313232" y="5740001"/>
            <a:ext cx="7174521" cy="2708683"/>
            <a:chOff x="0" y="-38100"/>
            <a:chExt cx="1879015" cy="628369"/>
          </a:xfrm>
        </p:grpSpPr>
        <p:sp>
          <p:nvSpPr>
            <p:cNvPr id="33" name="Google Shape;702;p34">
              <a:extLst>
                <a:ext uri="{FF2B5EF4-FFF2-40B4-BE49-F238E27FC236}">
                  <a16:creationId xmlns:a16="http://schemas.microsoft.com/office/drawing/2014/main" id="{E5F1572F-1F8D-4875-2223-7FF4A4C0D9E7}"/>
                </a:ext>
              </a:extLst>
            </p:cNvPr>
            <p:cNvSpPr/>
            <p:nvPr/>
          </p:nvSpPr>
          <p:spPr>
            <a:xfrm>
              <a:off x="0" y="0"/>
              <a:ext cx="1879015" cy="590269"/>
            </a:xfrm>
            <a:custGeom>
              <a:avLst/>
              <a:gdLst/>
              <a:ahLst/>
              <a:cxnLst/>
              <a:rect l="l" t="t" r="r" b="b"/>
              <a:pathLst>
                <a:path w="1879015" h="590269" extrusionOk="0">
                  <a:moveTo>
                    <a:pt x="0" y="0"/>
                  </a:moveTo>
                  <a:lnTo>
                    <a:pt x="1879015" y="0"/>
                  </a:lnTo>
                  <a:lnTo>
                    <a:pt x="1879015" y="590269"/>
                  </a:lnTo>
                  <a:lnTo>
                    <a:pt x="0" y="590269"/>
                  </a:lnTo>
                  <a:close/>
                </a:path>
              </a:pathLst>
            </a:custGeom>
            <a:solidFill>
              <a:srgbClr val="000000">
                <a:alpha val="0"/>
              </a:srgbClr>
            </a:solidFill>
            <a:ln w="38100" cap="sq" cmpd="sng">
              <a:solidFill>
                <a:srgbClr val="333333"/>
              </a:solidFill>
              <a:prstDash val="solid"/>
              <a:miter lim="8000"/>
              <a:headEnd type="none" w="sm" len="sm"/>
              <a:tailEnd type="none" w="sm" len="sm"/>
            </a:ln>
          </p:spPr>
        </p:sp>
        <p:sp>
          <p:nvSpPr>
            <p:cNvPr id="34" name="Google Shape;703;p34">
              <a:extLst>
                <a:ext uri="{FF2B5EF4-FFF2-40B4-BE49-F238E27FC236}">
                  <a16:creationId xmlns:a16="http://schemas.microsoft.com/office/drawing/2014/main" id="{BC1F863B-5DB0-43B7-9EE2-74C0031CA8DC}"/>
                </a:ext>
              </a:extLst>
            </p:cNvPr>
            <p:cNvSpPr txBox="1"/>
            <p:nvPr/>
          </p:nvSpPr>
          <p:spPr>
            <a:xfrm>
              <a:off x="0" y="-38100"/>
              <a:ext cx="1879015" cy="628369"/>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r>
                <a:rPr lang="en-IN" sz="2800" b="0" i="0" u="none" strike="noStrike" cap="none" dirty="0">
                  <a:solidFill>
                    <a:schemeClr val="dk1"/>
                  </a:solidFill>
                  <a:latin typeface="Playfair Display" panose="00000500000000000000" pitchFamily="2" charset="0"/>
                  <a:ea typeface="Calibri"/>
                  <a:cs typeface="Calibri"/>
                  <a:sym typeface="Calibri"/>
                </a:rPr>
                <a:t>PATTERN IDENTIFICATION USING AGGREGATION</a:t>
              </a:r>
              <a:endParaRPr sz="2800" b="0" i="0" u="none" strike="noStrike" cap="none" dirty="0">
                <a:solidFill>
                  <a:schemeClr val="dk1"/>
                </a:solidFill>
                <a:latin typeface="Playfair Display" panose="00000500000000000000" pitchFamily="2" charset="0"/>
                <a:ea typeface="Calibri"/>
                <a:cs typeface="Calibri"/>
                <a:sym typeface="Calibri"/>
              </a:endParaRPr>
            </a:p>
          </p:txBody>
        </p:sp>
      </p:grpSp>
    </p:spTree>
    <p:extLst>
      <p:ext uri="{BB962C8B-B14F-4D97-AF65-F5344CB8AC3E}">
        <p14:creationId xmlns:p14="http://schemas.microsoft.com/office/powerpoint/2010/main" val="32478855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par>
                                <p:cTn id="8" presetID="16" presetClass="entr" presetSubtype="21" fill="hold"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barn(inVertical)">
                                      <p:cBhvr>
                                        <p:cTn id="10" dur="500"/>
                                        <p:tgtEl>
                                          <p:spTgt spid="5"/>
                                        </p:tgtEl>
                                      </p:cBhvr>
                                    </p:animEffect>
                                  </p:childTnLst>
                                </p:cTn>
                              </p:par>
                              <p:par>
                                <p:cTn id="11" presetID="16" presetClass="entr" presetSubtype="21"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barn(inVertical)">
                                      <p:cBhvr>
                                        <p:cTn id="13" dur="500"/>
                                        <p:tgtEl>
                                          <p:spTgt spid="9"/>
                                        </p:tgtEl>
                                      </p:cBhvr>
                                    </p:animEffect>
                                  </p:childTnLst>
                                </p:cTn>
                              </p:par>
                              <p:par>
                                <p:cTn id="14" presetID="16" presetClass="entr" presetSubtype="21" fill="hold" nodeType="with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barn(inVertical)">
                                      <p:cBhvr>
                                        <p:cTn id="16" dur="500"/>
                                        <p:tgtEl>
                                          <p:spTgt spid="11"/>
                                        </p:tgtEl>
                                      </p:cBhvr>
                                    </p:animEffect>
                                  </p:childTnLst>
                                </p:cTn>
                              </p:par>
                              <p:par>
                                <p:cTn id="17" presetID="16" presetClass="entr" presetSubtype="21" fill="hold" nodeType="withEffect">
                                  <p:stCondLst>
                                    <p:cond delay="0"/>
                                  </p:stCondLst>
                                  <p:childTnLst>
                                    <p:set>
                                      <p:cBhvr>
                                        <p:cTn id="18" dur="1" fill="hold">
                                          <p:stCondLst>
                                            <p:cond delay="0"/>
                                          </p:stCondLst>
                                        </p:cTn>
                                        <p:tgtEl>
                                          <p:spTgt spid="18"/>
                                        </p:tgtEl>
                                        <p:attrNameLst>
                                          <p:attrName>style.visibility</p:attrName>
                                        </p:attrNameLst>
                                      </p:cBhvr>
                                      <p:to>
                                        <p:strVal val="visible"/>
                                      </p:to>
                                    </p:set>
                                    <p:animEffect transition="in" filter="barn(inVertical)">
                                      <p:cBhvr>
                                        <p:cTn id="19" dur="500"/>
                                        <p:tgtEl>
                                          <p:spTgt spid="18"/>
                                        </p:tgtEl>
                                      </p:cBhvr>
                                    </p:animEffect>
                                  </p:childTnLst>
                                </p:cTn>
                              </p:par>
                              <p:par>
                                <p:cTn id="20" presetID="16" presetClass="entr" presetSubtype="21" fill="hold" grpId="0" nodeType="withEffect">
                                  <p:stCondLst>
                                    <p:cond delay="0"/>
                                  </p:stCondLst>
                                  <p:childTnLst>
                                    <p:set>
                                      <p:cBhvr>
                                        <p:cTn id="21" dur="1" fill="hold">
                                          <p:stCondLst>
                                            <p:cond delay="0"/>
                                          </p:stCondLst>
                                        </p:cTn>
                                        <p:tgtEl>
                                          <p:spTgt spid="26"/>
                                        </p:tgtEl>
                                        <p:attrNameLst>
                                          <p:attrName>style.visibility</p:attrName>
                                        </p:attrNameLst>
                                      </p:cBhvr>
                                      <p:to>
                                        <p:strVal val="visible"/>
                                      </p:to>
                                    </p:set>
                                    <p:animEffect transition="in" filter="barn(inVertical)">
                                      <p:cBhvr>
                                        <p:cTn id="22" dur="500"/>
                                        <p:tgtEl>
                                          <p:spTgt spid="26"/>
                                        </p:tgtEl>
                                      </p:cBhvr>
                                    </p:animEffect>
                                  </p:childTnLst>
                                </p:cTn>
                              </p:par>
                              <p:par>
                                <p:cTn id="23" presetID="16" presetClass="entr" presetSubtype="21" fill="hold" nodeType="withEffect">
                                  <p:stCondLst>
                                    <p:cond delay="0"/>
                                  </p:stCondLst>
                                  <p:childTnLst>
                                    <p:set>
                                      <p:cBhvr>
                                        <p:cTn id="24" dur="1" fill="hold">
                                          <p:stCondLst>
                                            <p:cond delay="0"/>
                                          </p:stCondLst>
                                        </p:cTn>
                                        <p:tgtEl>
                                          <p:spTgt spid="27"/>
                                        </p:tgtEl>
                                        <p:attrNameLst>
                                          <p:attrName>style.visibility</p:attrName>
                                        </p:attrNameLst>
                                      </p:cBhvr>
                                      <p:to>
                                        <p:strVal val="visible"/>
                                      </p:to>
                                    </p:set>
                                    <p:animEffect transition="in" filter="barn(inVertical)">
                                      <p:cBhvr>
                                        <p:cTn id="25" dur="500"/>
                                        <p:tgtEl>
                                          <p:spTgt spid="27"/>
                                        </p:tgtEl>
                                      </p:cBhvr>
                                    </p:animEffect>
                                  </p:childTnLst>
                                </p:cTn>
                              </p:par>
                              <p:par>
                                <p:cTn id="26" presetID="16" presetClass="entr" presetSubtype="21" fill="hold" nodeType="withEffect">
                                  <p:stCondLst>
                                    <p:cond delay="0"/>
                                  </p:stCondLst>
                                  <p:childTnLst>
                                    <p:set>
                                      <p:cBhvr>
                                        <p:cTn id="27" dur="1" fill="hold">
                                          <p:stCondLst>
                                            <p:cond delay="0"/>
                                          </p:stCondLst>
                                        </p:cTn>
                                        <p:tgtEl>
                                          <p:spTgt spid="32"/>
                                        </p:tgtEl>
                                        <p:attrNameLst>
                                          <p:attrName>style.visibility</p:attrName>
                                        </p:attrNameLst>
                                      </p:cBhvr>
                                      <p:to>
                                        <p:strVal val="visible"/>
                                      </p:to>
                                    </p:set>
                                    <p:animEffect transition="in" filter="barn(inVertical)">
                                      <p:cBhvr>
                                        <p:cTn id="28" dur="500"/>
                                        <p:tgtEl>
                                          <p:spTgt spid="32"/>
                                        </p:tgtEl>
                                      </p:cBhvr>
                                    </p:animEffect>
                                  </p:childTnLst>
                                </p:cTn>
                              </p:par>
                              <p:par>
                                <p:cTn id="29" presetID="16" presetClass="entr" presetSubtype="21" fill="hold" grpId="0" nodeType="withEffect" nodePh="1">
                                  <p:stCondLst>
                                    <p:cond delay="0"/>
                                  </p:stCondLst>
                                  <p:endCondLst>
                                    <p:cond evt="begin" delay="0">
                                      <p:tn val="29"/>
                                    </p:cond>
                                  </p:endCondLst>
                                  <p:childTnLst>
                                    <p:set>
                                      <p:cBhvr>
                                        <p:cTn id="30" dur="1" fill="hold">
                                          <p:stCondLst>
                                            <p:cond delay="0"/>
                                          </p:stCondLst>
                                        </p:cTn>
                                        <p:tgtEl>
                                          <p:spTgt spid="30"/>
                                        </p:tgtEl>
                                        <p:attrNameLst>
                                          <p:attrName>style.visibility</p:attrName>
                                        </p:attrNameLst>
                                      </p:cBhvr>
                                      <p:to>
                                        <p:strVal val="visible"/>
                                      </p:to>
                                    </p:set>
                                    <p:animEffect transition="in" filter="barn(inVertical)">
                                      <p:cBhvr>
                                        <p:cTn id="31" dur="500"/>
                                        <p:tgtEl>
                                          <p:spTgt spid="30"/>
                                        </p:tgtEl>
                                      </p:cBhvr>
                                    </p:animEffect>
                                  </p:childTnLst>
                                </p:cTn>
                              </p:par>
                              <p:par>
                                <p:cTn id="32" presetID="16" presetClass="entr" presetSubtype="21" fill="hold" grpId="0" nodeType="withEffect">
                                  <p:stCondLst>
                                    <p:cond delay="0"/>
                                  </p:stCondLst>
                                  <p:childTnLst>
                                    <p:set>
                                      <p:cBhvr>
                                        <p:cTn id="33" dur="1" fill="hold">
                                          <p:stCondLst>
                                            <p:cond delay="0"/>
                                          </p:stCondLst>
                                        </p:cTn>
                                        <p:tgtEl>
                                          <p:spTgt spid="31"/>
                                        </p:tgtEl>
                                        <p:attrNameLst>
                                          <p:attrName>style.visibility</p:attrName>
                                        </p:attrNameLst>
                                      </p:cBhvr>
                                      <p:to>
                                        <p:strVal val="visible"/>
                                      </p:to>
                                    </p:set>
                                    <p:animEffect transition="in" filter="barn(inVertical)">
                                      <p:cBhvr>
                                        <p:cTn id="34"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26" grpId="0"/>
      <p:bldP spid="30" grpId="0"/>
      <p:bldP spid="31"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oogle Shape;701;p34">
            <a:extLst>
              <a:ext uri="{FF2B5EF4-FFF2-40B4-BE49-F238E27FC236}">
                <a16:creationId xmlns:a16="http://schemas.microsoft.com/office/drawing/2014/main" id="{CAEAEA04-1035-A0BA-4490-E1ABEF38643A}"/>
              </a:ext>
            </a:extLst>
          </p:cNvPr>
          <p:cNvGrpSpPr/>
          <p:nvPr/>
        </p:nvGrpSpPr>
        <p:grpSpPr>
          <a:xfrm>
            <a:off x="584122" y="2302851"/>
            <a:ext cx="6539349" cy="2598933"/>
            <a:chOff x="0" y="0"/>
            <a:chExt cx="1879015" cy="590269"/>
          </a:xfrm>
        </p:grpSpPr>
        <p:sp>
          <p:nvSpPr>
            <p:cNvPr id="3" name="Google Shape;702;p34">
              <a:extLst>
                <a:ext uri="{FF2B5EF4-FFF2-40B4-BE49-F238E27FC236}">
                  <a16:creationId xmlns:a16="http://schemas.microsoft.com/office/drawing/2014/main" id="{F23BA6E8-AAE8-46B0-9FB1-44E8BBD2EE8C}"/>
                </a:ext>
              </a:extLst>
            </p:cNvPr>
            <p:cNvSpPr/>
            <p:nvPr/>
          </p:nvSpPr>
          <p:spPr>
            <a:xfrm>
              <a:off x="0" y="0"/>
              <a:ext cx="1879015" cy="590269"/>
            </a:xfrm>
            <a:custGeom>
              <a:avLst/>
              <a:gdLst/>
              <a:ahLst/>
              <a:cxnLst/>
              <a:rect l="l" t="t" r="r" b="b"/>
              <a:pathLst>
                <a:path w="1879015" h="590269" extrusionOk="0">
                  <a:moveTo>
                    <a:pt x="0" y="0"/>
                  </a:moveTo>
                  <a:lnTo>
                    <a:pt x="1879015" y="0"/>
                  </a:lnTo>
                  <a:lnTo>
                    <a:pt x="1879015" y="590269"/>
                  </a:lnTo>
                  <a:lnTo>
                    <a:pt x="0" y="590269"/>
                  </a:lnTo>
                  <a:close/>
                </a:path>
              </a:pathLst>
            </a:custGeom>
            <a:solidFill>
              <a:srgbClr val="000000">
                <a:alpha val="0"/>
              </a:srgbClr>
            </a:solidFill>
            <a:ln w="38100" cap="sq" cmpd="sng">
              <a:solidFill>
                <a:srgbClr val="333333"/>
              </a:solidFill>
              <a:prstDash val="solid"/>
              <a:miter lim="8000"/>
              <a:headEnd type="none" w="sm" len="sm"/>
              <a:tailEnd type="none" w="sm" len="sm"/>
            </a:ln>
          </p:spPr>
        </p:sp>
        <p:sp>
          <p:nvSpPr>
            <p:cNvPr id="4" name="Google Shape;703;p34">
              <a:extLst>
                <a:ext uri="{FF2B5EF4-FFF2-40B4-BE49-F238E27FC236}">
                  <a16:creationId xmlns:a16="http://schemas.microsoft.com/office/drawing/2014/main" id="{3D90672A-2ED3-5C7B-240E-F7FC8528E1E3}"/>
                </a:ext>
              </a:extLst>
            </p:cNvPr>
            <p:cNvSpPr txBox="1"/>
            <p:nvPr/>
          </p:nvSpPr>
          <p:spPr>
            <a:xfrm>
              <a:off x="0" y="0"/>
              <a:ext cx="1879015" cy="590269"/>
            </a:xfrm>
            <a:prstGeom prst="rect">
              <a:avLst/>
            </a:prstGeom>
            <a:noFill/>
            <a:ln>
              <a:noFill/>
            </a:ln>
          </p:spPr>
          <p:txBody>
            <a:bodyPr spcFirstLastPara="1" wrap="square" lIns="50800" tIns="50800" rIns="50800" bIns="50800" anchor="ctr" anchorCtr="0">
              <a:noAutofit/>
            </a:bodyPr>
            <a:lstStyle/>
            <a:p>
              <a:pPr lvl="0" algn="ctr">
                <a:lnSpc>
                  <a:spcPct val="147722"/>
                </a:lnSpc>
              </a:pPr>
              <a:r>
                <a:rPr lang="en-IN" sz="2800" dirty="0">
                  <a:solidFill>
                    <a:schemeClr val="dk1"/>
                  </a:solidFill>
                  <a:latin typeface="Playfair Display" panose="00000500000000000000" pitchFamily="2" charset="0"/>
                  <a:ea typeface="Calibri"/>
                  <a:cs typeface="Calibri"/>
                  <a:sym typeface="Calibri"/>
                </a:rPr>
                <a:t>DATA CLEANING ISSUES</a:t>
              </a:r>
              <a:endParaRPr sz="2800" b="0" i="0" u="none" strike="noStrike" cap="none" dirty="0">
                <a:solidFill>
                  <a:schemeClr val="dk1"/>
                </a:solidFill>
                <a:latin typeface="Playfair Display" panose="00000500000000000000" pitchFamily="2" charset="0"/>
                <a:ea typeface="Calibri"/>
                <a:cs typeface="Calibri"/>
                <a:sym typeface="Calibri"/>
              </a:endParaRPr>
            </a:p>
          </p:txBody>
        </p:sp>
      </p:grpSp>
      <p:grpSp>
        <p:nvGrpSpPr>
          <p:cNvPr id="5" name="Google Shape;701;p34">
            <a:extLst>
              <a:ext uri="{FF2B5EF4-FFF2-40B4-BE49-F238E27FC236}">
                <a16:creationId xmlns:a16="http://schemas.microsoft.com/office/drawing/2014/main" id="{568E5F1A-C34C-B993-8C21-5839DD584C18}"/>
              </a:ext>
            </a:extLst>
          </p:cNvPr>
          <p:cNvGrpSpPr/>
          <p:nvPr/>
        </p:nvGrpSpPr>
        <p:grpSpPr>
          <a:xfrm>
            <a:off x="10313233" y="2193101"/>
            <a:ext cx="7174521" cy="2708683"/>
            <a:chOff x="0" y="-38100"/>
            <a:chExt cx="1879015" cy="628369"/>
          </a:xfrm>
        </p:grpSpPr>
        <p:sp>
          <p:nvSpPr>
            <p:cNvPr id="6" name="Google Shape;702;p34">
              <a:extLst>
                <a:ext uri="{FF2B5EF4-FFF2-40B4-BE49-F238E27FC236}">
                  <a16:creationId xmlns:a16="http://schemas.microsoft.com/office/drawing/2014/main" id="{D16C58F8-117E-6B61-9F98-359BA86DFDEA}"/>
                </a:ext>
              </a:extLst>
            </p:cNvPr>
            <p:cNvSpPr/>
            <p:nvPr/>
          </p:nvSpPr>
          <p:spPr>
            <a:xfrm>
              <a:off x="0" y="0"/>
              <a:ext cx="1879015" cy="590269"/>
            </a:xfrm>
            <a:custGeom>
              <a:avLst/>
              <a:gdLst/>
              <a:ahLst/>
              <a:cxnLst/>
              <a:rect l="l" t="t" r="r" b="b"/>
              <a:pathLst>
                <a:path w="1879015" h="590269" extrusionOk="0">
                  <a:moveTo>
                    <a:pt x="0" y="0"/>
                  </a:moveTo>
                  <a:lnTo>
                    <a:pt x="1879015" y="0"/>
                  </a:lnTo>
                  <a:lnTo>
                    <a:pt x="1879015" y="590269"/>
                  </a:lnTo>
                  <a:lnTo>
                    <a:pt x="0" y="590269"/>
                  </a:lnTo>
                  <a:close/>
                </a:path>
              </a:pathLst>
            </a:custGeom>
            <a:solidFill>
              <a:srgbClr val="000000">
                <a:alpha val="0"/>
              </a:srgbClr>
            </a:solidFill>
            <a:ln w="38100" cap="sq" cmpd="sng">
              <a:solidFill>
                <a:srgbClr val="333333"/>
              </a:solidFill>
              <a:prstDash val="solid"/>
              <a:miter lim="8000"/>
              <a:headEnd type="none" w="sm" len="sm"/>
              <a:tailEnd type="none" w="sm" len="sm"/>
            </a:ln>
          </p:spPr>
        </p:sp>
        <p:sp>
          <p:nvSpPr>
            <p:cNvPr id="7" name="Google Shape;703;p34">
              <a:extLst>
                <a:ext uri="{FF2B5EF4-FFF2-40B4-BE49-F238E27FC236}">
                  <a16:creationId xmlns:a16="http://schemas.microsoft.com/office/drawing/2014/main" id="{8A44A915-3941-CEDA-ED0C-4FFB78B26C52}"/>
                </a:ext>
              </a:extLst>
            </p:cNvPr>
            <p:cNvSpPr txBox="1"/>
            <p:nvPr/>
          </p:nvSpPr>
          <p:spPr>
            <a:xfrm>
              <a:off x="0" y="-38100"/>
              <a:ext cx="1879015" cy="628369"/>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r>
                <a:rPr lang="en-IN" sz="2800" dirty="0">
                  <a:solidFill>
                    <a:schemeClr val="dk1"/>
                  </a:solidFill>
                  <a:latin typeface="Playfair Display" panose="00000500000000000000" pitchFamily="2" charset="0"/>
                  <a:ea typeface="Calibri"/>
                  <a:cs typeface="Calibri"/>
                  <a:sym typeface="Calibri"/>
                </a:rPr>
                <a:t>LARGE DATA HANDLING</a:t>
              </a:r>
              <a:endParaRPr sz="2800" b="0" i="0" u="none" strike="noStrike" cap="none" dirty="0">
                <a:solidFill>
                  <a:schemeClr val="dk1"/>
                </a:solidFill>
                <a:latin typeface="Playfair Display" panose="00000500000000000000" pitchFamily="2" charset="0"/>
                <a:ea typeface="Calibri"/>
                <a:cs typeface="Calibri"/>
                <a:sym typeface="Calibri"/>
              </a:endParaRPr>
            </a:p>
          </p:txBody>
        </p:sp>
      </p:grpSp>
      <p:sp>
        <p:nvSpPr>
          <p:cNvPr id="9" name="Google Shape;310;p22">
            <a:extLst>
              <a:ext uri="{FF2B5EF4-FFF2-40B4-BE49-F238E27FC236}">
                <a16:creationId xmlns:a16="http://schemas.microsoft.com/office/drawing/2014/main" id="{730206C9-7CAF-9DEF-4EF6-E8630CA0387E}"/>
              </a:ext>
            </a:extLst>
          </p:cNvPr>
          <p:cNvSpPr txBox="1"/>
          <p:nvPr/>
        </p:nvSpPr>
        <p:spPr>
          <a:xfrm>
            <a:off x="584123" y="113411"/>
            <a:ext cx="16903630" cy="1772793"/>
          </a:xfrm>
          <a:prstGeom prst="rect">
            <a:avLst/>
          </a:prstGeom>
          <a:noFill/>
          <a:ln>
            <a:noFill/>
          </a:ln>
        </p:spPr>
        <p:txBody>
          <a:bodyPr spcFirstLastPara="1" wrap="square" lIns="0" tIns="0" rIns="0" bIns="0" anchor="t" anchorCtr="0">
            <a:spAutoFit/>
          </a:bodyPr>
          <a:lstStyle/>
          <a:p>
            <a:pPr lvl="0">
              <a:lnSpc>
                <a:spcPct val="120000"/>
              </a:lnSpc>
            </a:pPr>
            <a:r>
              <a:rPr lang="en-US" sz="9600" dirty="0">
                <a:solidFill>
                  <a:srgbClr val="596548"/>
                </a:solidFill>
                <a:latin typeface="Six Caps"/>
                <a:sym typeface="Six Caps"/>
              </a:rPr>
              <a:t>                                                CHALLENGES</a:t>
            </a:r>
            <a:endParaRPr dirty="0"/>
          </a:p>
        </p:txBody>
      </p:sp>
      <p:grpSp>
        <p:nvGrpSpPr>
          <p:cNvPr id="10" name="Google Shape;295;p22">
            <a:extLst>
              <a:ext uri="{FF2B5EF4-FFF2-40B4-BE49-F238E27FC236}">
                <a16:creationId xmlns:a16="http://schemas.microsoft.com/office/drawing/2014/main" id="{CBFFBA32-28BB-D6C2-2D58-7476527BCC7A}"/>
              </a:ext>
            </a:extLst>
          </p:cNvPr>
          <p:cNvGrpSpPr/>
          <p:nvPr/>
        </p:nvGrpSpPr>
        <p:grpSpPr>
          <a:xfrm>
            <a:off x="0" y="9396653"/>
            <a:ext cx="18288000" cy="668839"/>
            <a:chOff x="0" y="-38100"/>
            <a:chExt cx="4816593" cy="176155"/>
          </a:xfrm>
        </p:grpSpPr>
        <p:sp>
          <p:nvSpPr>
            <p:cNvPr id="11" name="Google Shape;296;p22">
              <a:extLst>
                <a:ext uri="{FF2B5EF4-FFF2-40B4-BE49-F238E27FC236}">
                  <a16:creationId xmlns:a16="http://schemas.microsoft.com/office/drawing/2014/main" id="{922B8D8B-2514-389D-9835-33F6A022EEC0}"/>
                </a:ext>
              </a:extLst>
            </p:cNvPr>
            <p:cNvSpPr/>
            <p:nvPr/>
          </p:nvSpPr>
          <p:spPr>
            <a:xfrm>
              <a:off x="0" y="0"/>
              <a:ext cx="4816592" cy="138055"/>
            </a:xfrm>
            <a:custGeom>
              <a:avLst/>
              <a:gdLst/>
              <a:ahLst/>
              <a:cxnLst/>
              <a:rect l="l" t="t" r="r" b="b"/>
              <a:pathLst>
                <a:path w="4816592" h="138055" extrusionOk="0">
                  <a:moveTo>
                    <a:pt x="0" y="0"/>
                  </a:moveTo>
                  <a:lnTo>
                    <a:pt x="4816592" y="0"/>
                  </a:lnTo>
                  <a:lnTo>
                    <a:pt x="4816592" y="138055"/>
                  </a:lnTo>
                  <a:lnTo>
                    <a:pt x="0" y="138055"/>
                  </a:lnTo>
                  <a:close/>
                </a:path>
              </a:pathLst>
            </a:custGeom>
            <a:solidFill>
              <a:srgbClr val="333333"/>
            </a:solidFill>
            <a:ln>
              <a:noFill/>
            </a:ln>
          </p:spPr>
        </p:sp>
        <p:sp>
          <p:nvSpPr>
            <p:cNvPr id="12" name="Google Shape;297;p22">
              <a:extLst>
                <a:ext uri="{FF2B5EF4-FFF2-40B4-BE49-F238E27FC236}">
                  <a16:creationId xmlns:a16="http://schemas.microsoft.com/office/drawing/2014/main" id="{970C584B-2648-4EDB-97CF-26FBC964CFAF}"/>
                </a:ext>
              </a:extLst>
            </p:cNvPr>
            <p:cNvSpPr txBox="1"/>
            <p:nvPr/>
          </p:nvSpPr>
          <p:spPr>
            <a:xfrm>
              <a:off x="0" y="-38100"/>
              <a:ext cx="4816593" cy="176155"/>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3" name="Google Shape;298;p22">
            <a:extLst>
              <a:ext uri="{FF2B5EF4-FFF2-40B4-BE49-F238E27FC236}">
                <a16:creationId xmlns:a16="http://schemas.microsoft.com/office/drawing/2014/main" id="{6466CF84-C182-AF2E-1629-29D7B4FA4D1F}"/>
              </a:ext>
            </a:extLst>
          </p:cNvPr>
          <p:cNvGrpSpPr/>
          <p:nvPr/>
        </p:nvGrpSpPr>
        <p:grpSpPr>
          <a:xfrm>
            <a:off x="8468091" y="9419116"/>
            <a:ext cx="1351813" cy="768573"/>
            <a:chOff x="0" y="0"/>
            <a:chExt cx="11928966" cy="6782210"/>
          </a:xfrm>
        </p:grpSpPr>
        <p:sp>
          <p:nvSpPr>
            <p:cNvPr id="14" name="Google Shape;299;p22">
              <a:extLst>
                <a:ext uri="{FF2B5EF4-FFF2-40B4-BE49-F238E27FC236}">
                  <a16:creationId xmlns:a16="http://schemas.microsoft.com/office/drawing/2014/main" id="{B14625B0-A6F5-8F40-8366-95EB593CAE6B}"/>
                </a:ext>
              </a:extLst>
            </p:cNvPr>
            <p:cNvSpPr/>
            <p:nvPr/>
          </p:nvSpPr>
          <p:spPr>
            <a:xfrm>
              <a:off x="6350" y="6350"/>
              <a:ext cx="11916266" cy="6769510"/>
            </a:xfrm>
            <a:custGeom>
              <a:avLst/>
              <a:gdLst/>
              <a:ahLst/>
              <a:cxnLst/>
              <a:rect l="l" t="t" r="r" b="b"/>
              <a:pathLst>
                <a:path w="11916266" h="6769510" extrusionOk="0">
                  <a:moveTo>
                    <a:pt x="0" y="0"/>
                  </a:moveTo>
                  <a:lnTo>
                    <a:pt x="11916266" y="0"/>
                  </a:lnTo>
                  <a:lnTo>
                    <a:pt x="11916266" y="6769510"/>
                  </a:lnTo>
                  <a:lnTo>
                    <a:pt x="0" y="6769510"/>
                  </a:lnTo>
                  <a:close/>
                </a:path>
              </a:pathLst>
            </a:custGeom>
            <a:solidFill>
              <a:srgbClr val="333333"/>
            </a:solidFill>
            <a:ln>
              <a:noFill/>
            </a:ln>
          </p:spPr>
        </p:sp>
        <p:sp>
          <p:nvSpPr>
            <p:cNvPr id="15" name="Google Shape;300;p22">
              <a:extLst>
                <a:ext uri="{FF2B5EF4-FFF2-40B4-BE49-F238E27FC236}">
                  <a16:creationId xmlns:a16="http://schemas.microsoft.com/office/drawing/2014/main" id="{5C18E1DF-67FC-8293-704D-76F8FA38BC16}"/>
                </a:ext>
              </a:extLst>
            </p:cNvPr>
            <p:cNvSpPr/>
            <p:nvPr/>
          </p:nvSpPr>
          <p:spPr>
            <a:xfrm>
              <a:off x="0" y="0"/>
              <a:ext cx="11928966" cy="6782210"/>
            </a:xfrm>
            <a:custGeom>
              <a:avLst/>
              <a:gdLst/>
              <a:ahLst/>
              <a:cxnLst/>
              <a:rect l="l" t="t" r="r" b="b"/>
              <a:pathLst>
                <a:path w="11928966" h="6782210" extrusionOk="0">
                  <a:moveTo>
                    <a:pt x="6350" y="6782210"/>
                  </a:moveTo>
                  <a:lnTo>
                    <a:pt x="0" y="6782210"/>
                  </a:lnTo>
                  <a:lnTo>
                    <a:pt x="0" y="0"/>
                  </a:lnTo>
                  <a:lnTo>
                    <a:pt x="11928966" y="0"/>
                  </a:lnTo>
                  <a:lnTo>
                    <a:pt x="11928966" y="6782210"/>
                  </a:lnTo>
                  <a:lnTo>
                    <a:pt x="6350" y="6782210"/>
                  </a:lnTo>
                  <a:close/>
                  <a:moveTo>
                    <a:pt x="12700" y="12700"/>
                  </a:moveTo>
                  <a:lnTo>
                    <a:pt x="12700" y="6769510"/>
                  </a:lnTo>
                  <a:lnTo>
                    <a:pt x="11916266" y="6769510"/>
                  </a:lnTo>
                  <a:lnTo>
                    <a:pt x="11916266" y="12700"/>
                  </a:lnTo>
                  <a:lnTo>
                    <a:pt x="12700" y="12700"/>
                  </a:lnTo>
                  <a:close/>
                </a:path>
              </a:pathLst>
            </a:custGeom>
            <a:solidFill>
              <a:srgbClr val="F8F3E2"/>
            </a:solidFill>
            <a:ln>
              <a:noFill/>
            </a:ln>
          </p:spPr>
        </p:sp>
        <p:sp>
          <p:nvSpPr>
            <p:cNvPr id="16" name="Google Shape;301;p22">
              <a:extLst>
                <a:ext uri="{FF2B5EF4-FFF2-40B4-BE49-F238E27FC236}">
                  <a16:creationId xmlns:a16="http://schemas.microsoft.com/office/drawing/2014/main" id="{ADAAEE03-3BE1-8DD0-EAEA-F289F0455388}"/>
                </a:ext>
              </a:extLst>
            </p:cNvPr>
            <p:cNvSpPr/>
            <p:nvPr/>
          </p:nvSpPr>
          <p:spPr>
            <a:xfrm>
              <a:off x="139700" y="140970"/>
              <a:ext cx="11648296" cy="6501540"/>
            </a:xfrm>
            <a:custGeom>
              <a:avLst/>
              <a:gdLst/>
              <a:ahLst/>
              <a:cxnLst/>
              <a:rect l="l" t="t" r="r" b="b"/>
              <a:pathLst>
                <a:path w="11648296" h="6501540" extrusionOk="0">
                  <a:moveTo>
                    <a:pt x="0" y="0"/>
                  </a:moveTo>
                  <a:lnTo>
                    <a:pt x="11648296" y="0"/>
                  </a:lnTo>
                  <a:lnTo>
                    <a:pt x="11648296" y="6501540"/>
                  </a:lnTo>
                  <a:lnTo>
                    <a:pt x="0" y="6501540"/>
                  </a:lnTo>
                  <a:close/>
                </a:path>
              </a:pathLst>
            </a:custGeom>
            <a:solidFill>
              <a:srgbClr val="F8F3E2"/>
            </a:solidFill>
            <a:ln>
              <a:noFill/>
            </a:ln>
          </p:spPr>
        </p:sp>
      </p:grpSp>
      <p:sp>
        <p:nvSpPr>
          <p:cNvPr id="17" name="Google Shape;302;p22">
            <a:extLst>
              <a:ext uri="{FF2B5EF4-FFF2-40B4-BE49-F238E27FC236}">
                <a16:creationId xmlns:a16="http://schemas.microsoft.com/office/drawing/2014/main" id="{31C2BBDC-029B-6BBA-A6B4-BD81C59BEBAE}"/>
              </a:ext>
            </a:extLst>
          </p:cNvPr>
          <p:cNvSpPr txBox="1"/>
          <p:nvPr/>
        </p:nvSpPr>
        <p:spPr>
          <a:xfrm>
            <a:off x="8540469" y="9544869"/>
            <a:ext cx="1206912" cy="517065"/>
          </a:xfrm>
          <a:prstGeom prst="rect">
            <a:avLst/>
          </a:prstGeom>
          <a:noFill/>
          <a:ln>
            <a:noFill/>
          </a:ln>
        </p:spPr>
        <p:txBody>
          <a:bodyPr spcFirstLastPara="1" wrap="square" lIns="0" tIns="0" rIns="0" bIns="0" anchor="t" anchorCtr="0">
            <a:spAutoFit/>
          </a:bodyPr>
          <a:lstStyle/>
          <a:p>
            <a:pPr marL="0" marR="0" lvl="0" indent="0" algn="ctr" rtl="0">
              <a:lnSpc>
                <a:spcPct val="139958"/>
              </a:lnSpc>
              <a:spcBef>
                <a:spcPts val="0"/>
              </a:spcBef>
              <a:spcAft>
                <a:spcPts val="0"/>
              </a:spcAft>
              <a:buNone/>
            </a:pPr>
            <a:r>
              <a:rPr lang="en-US" sz="2400" b="1" dirty="0">
                <a:solidFill>
                  <a:srgbClr val="333333"/>
                </a:solidFill>
                <a:latin typeface="Playfair Display"/>
                <a:sym typeface="Playfair Display"/>
              </a:rPr>
              <a:t>08</a:t>
            </a:r>
            <a:endParaRPr dirty="0"/>
          </a:p>
        </p:txBody>
      </p:sp>
      <p:grpSp>
        <p:nvGrpSpPr>
          <p:cNvPr id="18" name="Google Shape;701;p34">
            <a:extLst>
              <a:ext uri="{FF2B5EF4-FFF2-40B4-BE49-F238E27FC236}">
                <a16:creationId xmlns:a16="http://schemas.microsoft.com/office/drawing/2014/main" id="{837C7202-E107-BED5-FDBC-9FA6EBCD5120}"/>
              </a:ext>
            </a:extLst>
          </p:cNvPr>
          <p:cNvGrpSpPr/>
          <p:nvPr/>
        </p:nvGrpSpPr>
        <p:grpSpPr>
          <a:xfrm>
            <a:off x="584122" y="5849752"/>
            <a:ext cx="6539349" cy="2598933"/>
            <a:chOff x="0" y="0"/>
            <a:chExt cx="1879015" cy="590269"/>
          </a:xfrm>
        </p:grpSpPr>
        <p:sp>
          <p:nvSpPr>
            <p:cNvPr id="19" name="Google Shape;702;p34">
              <a:extLst>
                <a:ext uri="{FF2B5EF4-FFF2-40B4-BE49-F238E27FC236}">
                  <a16:creationId xmlns:a16="http://schemas.microsoft.com/office/drawing/2014/main" id="{398473A4-E561-3C0C-94CA-1FF60F4DA951}"/>
                </a:ext>
              </a:extLst>
            </p:cNvPr>
            <p:cNvSpPr/>
            <p:nvPr/>
          </p:nvSpPr>
          <p:spPr>
            <a:xfrm>
              <a:off x="0" y="0"/>
              <a:ext cx="1879015" cy="590269"/>
            </a:xfrm>
            <a:custGeom>
              <a:avLst/>
              <a:gdLst/>
              <a:ahLst/>
              <a:cxnLst/>
              <a:rect l="l" t="t" r="r" b="b"/>
              <a:pathLst>
                <a:path w="1879015" h="590269" extrusionOk="0">
                  <a:moveTo>
                    <a:pt x="0" y="0"/>
                  </a:moveTo>
                  <a:lnTo>
                    <a:pt x="1879015" y="0"/>
                  </a:lnTo>
                  <a:lnTo>
                    <a:pt x="1879015" y="590269"/>
                  </a:lnTo>
                  <a:lnTo>
                    <a:pt x="0" y="590269"/>
                  </a:lnTo>
                  <a:close/>
                </a:path>
              </a:pathLst>
            </a:custGeom>
            <a:solidFill>
              <a:srgbClr val="000000">
                <a:alpha val="0"/>
              </a:srgbClr>
            </a:solidFill>
            <a:ln w="38100" cap="sq" cmpd="sng">
              <a:solidFill>
                <a:srgbClr val="333333"/>
              </a:solidFill>
              <a:prstDash val="solid"/>
              <a:miter lim="8000"/>
              <a:headEnd type="none" w="sm" len="sm"/>
              <a:tailEnd type="none" w="sm" len="sm"/>
            </a:ln>
          </p:spPr>
        </p:sp>
        <p:sp>
          <p:nvSpPr>
            <p:cNvPr id="20" name="Google Shape;703;p34">
              <a:extLst>
                <a:ext uri="{FF2B5EF4-FFF2-40B4-BE49-F238E27FC236}">
                  <a16:creationId xmlns:a16="http://schemas.microsoft.com/office/drawing/2014/main" id="{D3364383-C8FA-18B6-F2D2-C18CB3DBA17D}"/>
                </a:ext>
              </a:extLst>
            </p:cNvPr>
            <p:cNvSpPr txBox="1"/>
            <p:nvPr/>
          </p:nvSpPr>
          <p:spPr>
            <a:xfrm>
              <a:off x="0" y="0"/>
              <a:ext cx="1879015" cy="590269"/>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2000" b="0" i="0" u="none" strike="noStrike" cap="none" dirty="0">
                <a:solidFill>
                  <a:schemeClr val="dk1"/>
                </a:solidFill>
                <a:latin typeface="Playfair Display" panose="00000500000000000000" pitchFamily="2" charset="0"/>
                <a:ea typeface="Calibri"/>
                <a:cs typeface="Calibri"/>
                <a:sym typeface="Calibri"/>
              </a:endParaRPr>
            </a:p>
          </p:txBody>
        </p:sp>
      </p:grpSp>
      <p:sp>
        <p:nvSpPr>
          <p:cNvPr id="21" name="Google Shape;703;p34">
            <a:extLst>
              <a:ext uri="{FF2B5EF4-FFF2-40B4-BE49-F238E27FC236}">
                <a16:creationId xmlns:a16="http://schemas.microsoft.com/office/drawing/2014/main" id="{D30CD4EB-1F2F-EBA0-7908-2742FA3AD3FC}"/>
              </a:ext>
            </a:extLst>
          </p:cNvPr>
          <p:cNvSpPr txBox="1"/>
          <p:nvPr/>
        </p:nvSpPr>
        <p:spPr>
          <a:xfrm>
            <a:off x="691552" y="5849751"/>
            <a:ext cx="6539349" cy="2598933"/>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2000" b="0" i="0" u="none" strike="noStrike" cap="none" dirty="0">
              <a:solidFill>
                <a:schemeClr val="dk1"/>
              </a:solidFill>
              <a:latin typeface="Playfair Display" panose="00000500000000000000" pitchFamily="2" charset="0"/>
              <a:ea typeface="Calibri"/>
              <a:cs typeface="Calibri"/>
              <a:sym typeface="Calibri"/>
            </a:endParaRPr>
          </a:p>
        </p:txBody>
      </p:sp>
      <p:sp>
        <p:nvSpPr>
          <p:cNvPr id="22" name="Google Shape;703;p34">
            <a:extLst>
              <a:ext uri="{FF2B5EF4-FFF2-40B4-BE49-F238E27FC236}">
                <a16:creationId xmlns:a16="http://schemas.microsoft.com/office/drawing/2014/main" id="{ED8F7DBE-0BE5-784A-1CA2-58B447548746}"/>
              </a:ext>
            </a:extLst>
          </p:cNvPr>
          <p:cNvSpPr txBox="1"/>
          <p:nvPr/>
        </p:nvSpPr>
        <p:spPr>
          <a:xfrm>
            <a:off x="675387" y="5849751"/>
            <a:ext cx="6539349" cy="2598933"/>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r>
              <a:rPr lang="en-IN" sz="2800" b="0" i="0" u="none" strike="noStrike" cap="none" dirty="0">
                <a:solidFill>
                  <a:schemeClr val="dk1"/>
                </a:solidFill>
                <a:latin typeface="Playfair Display" panose="00000500000000000000" pitchFamily="2" charset="0"/>
                <a:ea typeface="Calibri"/>
                <a:cs typeface="Calibri"/>
                <a:sym typeface="Calibri"/>
              </a:rPr>
              <a:t>SQL QUERY CHALLENGES</a:t>
            </a:r>
            <a:endParaRPr sz="2800" b="0" i="0" u="none" strike="noStrike" cap="none" dirty="0">
              <a:solidFill>
                <a:schemeClr val="dk1"/>
              </a:solidFill>
              <a:latin typeface="Playfair Display" panose="00000500000000000000" pitchFamily="2" charset="0"/>
              <a:ea typeface="Calibri"/>
              <a:cs typeface="Calibri"/>
              <a:sym typeface="Calibri"/>
            </a:endParaRPr>
          </a:p>
        </p:txBody>
      </p:sp>
      <p:grpSp>
        <p:nvGrpSpPr>
          <p:cNvPr id="23" name="Google Shape;701;p34">
            <a:extLst>
              <a:ext uri="{FF2B5EF4-FFF2-40B4-BE49-F238E27FC236}">
                <a16:creationId xmlns:a16="http://schemas.microsoft.com/office/drawing/2014/main" id="{6A1DB9A6-9DF3-25F7-E78C-BE393D6289D1}"/>
              </a:ext>
            </a:extLst>
          </p:cNvPr>
          <p:cNvGrpSpPr/>
          <p:nvPr/>
        </p:nvGrpSpPr>
        <p:grpSpPr>
          <a:xfrm>
            <a:off x="10313232" y="5740001"/>
            <a:ext cx="7174521" cy="2708683"/>
            <a:chOff x="0" y="-38100"/>
            <a:chExt cx="1879015" cy="628369"/>
          </a:xfrm>
        </p:grpSpPr>
        <p:sp>
          <p:nvSpPr>
            <p:cNvPr id="24" name="Google Shape;702;p34">
              <a:extLst>
                <a:ext uri="{FF2B5EF4-FFF2-40B4-BE49-F238E27FC236}">
                  <a16:creationId xmlns:a16="http://schemas.microsoft.com/office/drawing/2014/main" id="{15C91193-E89F-CCF4-CE9D-17F2B48CA5D3}"/>
                </a:ext>
              </a:extLst>
            </p:cNvPr>
            <p:cNvSpPr/>
            <p:nvPr/>
          </p:nvSpPr>
          <p:spPr>
            <a:xfrm>
              <a:off x="0" y="0"/>
              <a:ext cx="1879015" cy="590269"/>
            </a:xfrm>
            <a:custGeom>
              <a:avLst/>
              <a:gdLst/>
              <a:ahLst/>
              <a:cxnLst/>
              <a:rect l="l" t="t" r="r" b="b"/>
              <a:pathLst>
                <a:path w="1879015" h="590269" extrusionOk="0">
                  <a:moveTo>
                    <a:pt x="0" y="0"/>
                  </a:moveTo>
                  <a:lnTo>
                    <a:pt x="1879015" y="0"/>
                  </a:lnTo>
                  <a:lnTo>
                    <a:pt x="1879015" y="590269"/>
                  </a:lnTo>
                  <a:lnTo>
                    <a:pt x="0" y="590269"/>
                  </a:lnTo>
                  <a:close/>
                </a:path>
              </a:pathLst>
            </a:custGeom>
            <a:solidFill>
              <a:srgbClr val="000000">
                <a:alpha val="0"/>
              </a:srgbClr>
            </a:solidFill>
            <a:ln w="38100" cap="sq" cmpd="sng">
              <a:solidFill>
                <a:srgbClr val="333333"/>
              </a:solidFill>
              <a:prstDash val="solid"/>
              <a:miter lim="8000"/>
              <a:headEnd type="none" w="sm" len="sm"/>
              <a:tailEnd type="none" w="sm" len="sm"/>
            </a:ln>
          </p:spPr>
        </p:sp>
        <p:sp>
          <p:nvSpPr>
            <p:cNvPr id="25" name="Google Shape;703;p34">
              <a:extLst>
                <a:ext uri="{FF2B5EF4-FFF2-40B4-BE49-F238E27FC236}">
                  <a16:creationId xmlns:a16="http://schemas.microsoft.com/office/drawing/2014/main" id="{05D6D06D-2D00-9C4A-28F5-DF7655D4AF60}"/>
                </a:ext>
              </a:extLst>
            </p:cNvPr>
            <p:cNvSpPr txBox="1"/>
            <p:nvPr/>
          </p:nvSpPr>
          <p:spPr>
            <a:xfrm>
              <a:off x="0" y="-38100"/>
              <a:ext cx="1879015" cy="628369"/>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r>
                <a:rPr lang="en-IN" sz="2800" b="0" i="0" u="none" strike="noStrike" cap="none" dirty="0">
                  <a:solidFill>
                    <a:schemeClr val="dk1"/>
                  </a:solidFill>
                  <a:latin typeface="Playfair Display" panose="00000500000000000000" pitchFamily="2" charset="0"/>
                  <a:ea typeface="Calibri"/>
                  <a:cs typeface="Calibri"/>
                  <a:sym typeface="Calibri"/>
                </a:rPr>
                <a:t>DATA CONVERSION ERRORS</a:t>
              </a:r>
              <a:endParaRPr sz="2800" b="0" i="0" u="none" strike="noStrike" cap="none" dirty="0">
                <a:solidFill>
                  <a:schemeClr val="dk1"/>
                </a:solidFill>
                <a:latin typeface="Playfair Display" panose="00000500000000000000" pitchFamily="2" charset="0"/>
                <a:ea typeface="Calibri"/>
                <a:cs typeface="Calibri"/>
                <a:sym typeface="Calibri"/>
              </a:endParaRPr>
            </a:p>
          </p:txBody>
        </p:sp>
      </p:grpSp>
    </p:spTree>
    <p:extLst>
      <p:ext uri="{BB962C8B-B14F-4D97-AF65-F5344CB8AC3E}">
        <p14:creationId xmlns:p14="http://schemas.microsoft.com/office/powerpoint/2010/main" val="21148281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par>
                                <p:cTn id="8" presetID="16" presetClass="entr" presetSubtype="21" fill="hold"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barn(inVertical)">
                                      <p:cBhvr>
                                        <p:cTn id="10" dur="500"/>
                                        <p:tgtEl>
                                          <p:spTgt spid="5"/>
                                        </p:tgtEl>
                                      </p:cBhvr>
                                    </p:animEffect>
                                  </p:childTnLst>
                                </p:cTn>
                              </p:par>
                              <p:par>
                                <p:cTn id="11" presetID="16" presetClass="entr" presetSubtype="21"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barn(inVertical)">
                                      <p:cBhvr>
                                        <p:cTn id="13" dur="500"/>
                                        <p:tgtEl>
                                          <p:spTgt spid="9"/>
                                        </p:tgtEl>
                                      </p:cBhvr>
                                    </p:animEffect>
                                  </p:childTnLst>
                                </p:cTn>
                              </p:par>
                              <p:par>
                                <p:cTn id="14" presetID="16" presetClass="entr" presetSubtype="21" fill="hold" nodeType="with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barn(inVertical)">
                                      <p:cBhvr>
                                        <p:cTn id="16" dur="500"/>
                                        <p:tgtEl>
                                          <p:spTgt spid="10"/>
                                        </p:tgtEl>
                                      </p:cBhvr>
                                    </p:animEffect>
                                  </p:childTnLst>
                                </p:cTn>
                              </p:par>
                              <p:par>
                                <p:cTn id="17" presetID="16" presetClass="entr" presetSubtype="21" fill="hold" nodeType="with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barn(inVertical)">
                                      <p:cBhvr>
                                        <p:cTn id="19" dur="500"/>
                                        <p:tgtEl>
                                          <p:spTgt spid="13"/>
                                        </p:tgtEl>
                                      </p:cBhvr>
                                    </p:animEffect>
                                  </p:childTnLst>
                                </p:cTn>
                              </p:par>
                              <p:par>
                                <p:cTn id="20" presetID="16" presetClass="entr" presetSubtype="21" fill="hold" grpId="0" nodeType="withEffect">
                                  <p:stCondLst>
                                    <p:cond delay="0"/>
                                  </p:stCondLst>
                                  <p:childTnLst>
                                    <p:set>
                                      <p:cBhvr>
                                        <p:cTn id="21" dur="1" fill="hold">
                                          <p:stCondLst>
                                            <p:cond delay="0"/>
                                          </p:stCondLst>
                                        </p:cTn>
                                        <p:tgtEl>
                                          <p:spTgt spid="17"/>
                                        </p:tgtEl>
                                        <p:attrNameLst>
                                          <p:attrName>style.visibility</p:attrName>
                                        </p:attrNameLst>
                                      </p:cBhvr>
                                      <p:to>
                                        <p:strVal val="visible"/>
                                      </p:to>
                                    </p:set>
                                    <p:animEffect transition="in" filter="barn(inVertical)">
                                      <p:cBhvr>
                                        <p:cTn id="22" dur="500"/>
                                        <p:tgtEl>
                                          <p:spTgt spid="17"/>
                                        </p:tgtEl>
                                      </p:cBhvr>
                                    </p:animEffect>
                                  </p:childTnLst>
                                </p:cTn>
                              </p:par>
                              <p:par>
                                <p:cTn id="23" presetID="16" presetClass="entr" presetSubtype="21" fill="hold" nodeType="withEffect">
                                  <p:stCondLst>
                                    <p:cond delay="0"/>
                                  </p:stCondLst>
                                  <p:childTnLst>
                                    <p:set>
                                      <p:cBhvr>
                                        <p:cTn id="24" dur="1" fill="hold">
                                          <p:stCondLst>
                                            <p:cond delay="0"/>
                                          </p:stCondLst>
                                        </p:cTn>
                                        <p:tgtEl>
                                          <p:spTgt spid="18"/>
                                        </p:tgtEl>
                                        <p:attrNameLst>
                                          <p:attrName>style.visibility</p:attrName>
                                        </p:attrNameLst>
                                      </p:cBhvr>
                                      <p:to>
                                        <p:strVal val="visible"/>
                                      </p:to>
                                    </p:set>
                                    <p:animEffect transition="in" filter="barn(inVertical)">
                                      <p:cBhvr>
                                        <p:cTn id="25" dur="500"/>
                                        <p:tgtEl>
                                          <p:spTgt spid="18"/>
                                        </p:tgtEl>
                                      </p:cBhvr>
                                    </p:animEffect>
                                  </p:childTnLst>
                                </p:cTn>
                              </p:par>
                              <p:par>
                                <p:cTn id="26" presetID="16" presetClass="entr" presetSubtype="21" fill="hold" nodeType="withEffect">
                                  <p:stCondLst>
                                    <p:cond delay="0"/>
                                  </p:stCondLst>
                                  <p:childTnLst>
                                    <p:set>
                                      <p:cBhvr>
                                        <p:cTn id="27" dur="1" fill="hold">
                                          <p:stCondLst>
                                            <p:cond delay="0"/>
                                          </p:stCondLst>
                                        </p:cTn>
                                        <p:tgtEl>
                                          <p:spTgt spid="23"/>
                                        </p:tgtEl>
                                        <p:attrNameLst>
                                          <p:attrName>style.visibility</p:attrName>
                                        </p:attrNameLst>
                                      </p:cBhvr>
                                      <p:to>
                                        <p:strVal val="visible"/>
                                      </p:to>
                                    </p:set>
                                    <p:animEffect transition="in" filter="barn(inVertical)">
                                      <p:cBhvr>
                                        <p:cTn id="28" dur="500"/>
                                        <p:tgtEl>
                                          <p:spTgt spid="23"/>
                                        </p:tgtEl>
                                      </p:cBhvr>
                                    </p:animEffect>
                                  </p:childTnLst>
                                </p:cTn>
                              </p:par>
                              <p:par>
                                <p:cTn id="29" presetID="16" presetClass="entr" presetSubtype="21" fill="hold" grpId="0" nodeType="withEffect" nodePh="1">
                                  <p:stCondLst>
                                    <p:cond delay="0"/>
                                  </p:stCondLst>
                                  <p:endCondLst>
                                    <p:cond evt="begin" delay="0">
                                      <p:tn val="29"/>
                                    </p:cond>
                                  </p:endCondLst>
                                  <p:childTnLst>
                                    <p:set>
                                      <p:cBhvr>
                                        <p:cTn id="30" dur="1" fill="hold">
                                          <p:stCondLst>
                                            <p:cond delay="0"/>
                                          </p:stCondLst>
                                        </p:cTn>
                                        <p:tgtEl>
                                          <p:spTgt spid="21"/>
                                        </p:tgtEl>
                                        <p:attrNameLst>
                                          <p:attrName>style.visibility</p:attrName>
                                        </p:attrNameLst>
                                      </p:cBhvr>
                                      <p:to>
                                        <p:strVal val="visible"/>
                                      </p:to>
                                    </p:set>
                                    <p:animEffect transition="in" filter="barn(inVertical)">
                                      <p:cBhvr>
                                        <p:cTn id="31" dur="500"/>
                                        <p:tgtEl>
                                          <p:spTgt spid="21"/>
                                        </p:tgtEl>
                                      </p:cBhvr>
                                    </p:animEffect>
                                  </p:childTnLst>
                                </p:cTn>
                              </p:par>
                              <p:par>
                                <p:cTn id="32" presetID="16" presetClass="entr" presetSubtype="21" fill="hold" grpId="0" nodeType="withEffect">
                                  <p:stCondLst>
                                    <p:cond delay="0"/>
                                  </p:stCondLst>
                                  <p:childTnLst>
                                    <p:set>
                                      <p:cBhvr>
                                        <p:cTn id="33" dur="1" fill="hold">
                                          <p:stCondLst>
                                            <p:cond delay="0"/>
                                          </p:stCondLst>
                                        </p:cTn>
                                        <p:tgtEl>
                                          <p:spTgt spid="22"/>
                                        </p:tgtEl>
                                        <p:attrNameLst>
                                          <p:attrName>style.visibility</p:attrName>
                                        </p:attrNameLst>
                                      </p:cBhvr>
                                      <p:to>
                                        <p:strVal val="visible"/>
                                      </p:to>
                                    </p:set>
                                    <p:animEffect transition="in" filter="barn(inVertical)">
                                      <p:cBhvr>
                                        <p:cTn id="34"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7" grpId="0"/>
      <p:bldP spid="21" grpId="0"/>
      <p:bldP spid="22" grpId="0"/>
    </p:bld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8F3E2"/>
        </a:solidFill>
        <a:effectLst/>
      </p:bgPr>
    </p:bg>
    <p:spTree>
      <p:nvGrpSpPr>
        <p:cNvPr id="1" name="Shape 699"/>
        <p:cNvGrpSpPr/>
        <p:nvPr/>
      </p:nvGrpSpPr>
      <p:grpSpPr>
        <a:xfrm>
          <a:off x="0" y="0"/>
          <a:ext cx="0" cy="0"/>
          <a:chOff x="0" y="0"/>
          <a:chExt cx="0" cy="0"/>
        </a:xfrm>
      </p:grpSpPr>
      <p:pic>
        <p:nvPicPr>
          <p:cNvPr id="700" name="Google Shape;700;p34"/>
          <p:cNvPicPr preferRelativeResize="0"/>
          <p:nvPr/>
        </p:nvPicPr>
        <p:blipFill rotWithShape="1">
          <a:blip r:embed="rId3">
            <a:alphaModFix/>
          </a:blip>
          <a:srcRect t="15473" b="150"/>
          <a:stretch/>
        </p:blipFill>
        <p:spPr>
          <a:xfrm>
            <a:off x="0" y="0"/>
            <a:ext cx="18288000" cy="10287000"/>
          </a:xfrm>
          <a:prstGeom prst="rect">
            <a:avLst/>
          </a:prstGeom>
          <a:noFill/>
          <a:ln>
            <a:noFill/>
          </a:ln>
        </p:spPr>
      </p:pic>
      <p:grpSp>
        <p:nvGrpSpPr>
          <p:cNvPr id="701" name="Google Shape;701;p34"/>
          <p:cNvGrpSpPr/>
          <p:nvPr/>
        </p:nvGrpSpPr>
        <p:grpSpPr>
          <a:xfrm>
            <a:off x="584122" y="6701097"/>
            <a:ext cx="7134386" cy="2385837"/>
            <a:chOff x="0" y="-38100"/>
            <a:chExt cx="1879015" cy="628369"/>
          </a:xfrm>
        </p:grpSpPr>
        <p:sp>
          <p:nvSpPr>
            <p:cNvPr id="702" name="Google Shape;702;p34"/>
            <p:cNvSpPr/>
            <p:nvPr/>
          </p:nvSpPr>
          <p:spPr>
            <a:xfrm>
              <a:off x="0" y="0"/>
              <a:ext cx="1879015" cy="590269"/>
            </a:xfrm>
            <a:custGeom>
              <a:avLst/>
              <a:gdLst/>
              <a:ahLst/>
              <a:cxnLst/>
              <a:rect l="l" t="t" r="r" b="b"/>
              <a:pathLst>
                <a:path w="1879015" h="590269" extrusionOk="0">
                  <a:moveTo>
                    <a:pt x="0" y="0"/>
                  </a:moveTo>
                  <a:lnTo>
                    <a:pt x="1879015" y="0"/>
                  </a:lnTo>
                  <a:lnTo>
                    <a:pt x="1879015" y="590269"/>
                  </a:lnTo>
                  <a:lnTo>
                    <a:pt x="0" y="590269"/>
                  </a:lnTo>
                  <a:close/>
                </a:path>
              </a:pathLst>
            </a:custGeom>
            <a:solidFill>
              <a:srgbClr val="000000">
                <a:alpha val="0"/>
              </a:srgbClr>
            </a:solidFill>
            <a:ln w="38100" cap="sq" cmpd="sng">
              <a:solidFill>
                <a:srgbClr val="333333"/>
              </a:solidFill>
              <a:prstDash val="solid"/>
              <a:miter lim="8000"/>
              <a:headEnd type="none" w="sm" len="sm"/>
              <a:tailEnd type="none" w="sm" len="sm"/>
            </a:ln>
          </p:spPr>
        </p:sp>
        <p:sp>
          <p:nvSpPr>
            <p:cNvPr id="703" name="Google Shape;703;p34"/>
            <p:cNvSpPr txBox="1"/>
            <p:nvPr/>
          </p:nvSpPr>
          <p:spPr>
            <a:xfrm>
              <a:off x="0" y="-38100"/>
              <a:ext cx="1879015" cy="628369"/>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704" name="Google Shape;704;p34"/>
          <p:cNvGrpSpPr/>
          <p:nvPr/>
        </p:nvGrpSpPr>
        <p:grpSpPr>
          <a:xfrm>
            <a:off x="830587" y="6908646"/>
            <a:ext cx="6641456" cy="1970739"/>
            <a:chOff x="0" y="-38100"/>
            <a:chExt cx="1749190" cy="519042"/>
          </a:xfrm>
        </p:grpSpPr>
        <p:sp>
          <p:nvSpPr>
            <p:cNvPr id="705" name="Google Shape;705;p34"/>
            <p:cNvSpPr/>
            <p:nvPr/>
          </p:nvSpPr>
          <p:spPr>
            <a:xfrm>
              <a:off x="0" y="0"/>
              <a:ext cx="1749190" cy="480942"/>
            </a:xfrm>
            <a:custGeom>
              <a:avLst/>
              <a:gdLst/>
              <a:ahLst/>
              <a:cxnLst/>
              <a:rect l="l" t="t" r="r" b="b"/>
              <a:pathLst>
                <a:path w="1749190" h="480942" extrusionOk="0">
                  <a:moveTo>
                    <a:pt x="0" y="0"/>
                  </a:moveTo>
                  <a:lnTo>
                    <a:pt x="1749190" y="0"/>
                  </a:lnTo>
                  <a:lnTo>
                    <a:pt x="1749190" y="480942"/>
                  </a:lnTo>
                  <a:lnTo>
                    <a:pt x="0" y="480942"/>
                  </a:lnTo>
                  <a:close/>
                </a:path>
              </a:pathLst>
            </a:custGeom>
            <a:solidFill>
              <a:srgbClr val="F8F3E2"/>
            </a:solidFill>
            <a:ln>
              <a:noFill/>
            </a:ln>
          </p:spPr>
        </p:sp>
        <p:sp>
          <p:nvSpPr>
            <p:cNvPr id="706" name="Google Shape;706;p34"/>
            <p:cNvSpPr txBox="1"/>
            <p:nvPr/>
          </p:nvSpPr>
          <p:spPr>
            <a:xfrm>
              <a:off x="0" y="-38100"/>
              <a:ext cx="1749190" cy="519042"/>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707" name="Google Shape;707;p34"/>
          <p:cNvSpPr txBox="1"/>
          <p:nvPr/>
        </p:nvSpPr>
        <p:spPr>
          <a:xfrm>
            <a:off x="1086540" y="7157533"/>
            <a:ext cx="6129600" cy="1698927"/>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0"/>
              </a:spcBef>
              <a:spcAft>
                <a:spcPts val="0"/>
              </a:spcAft>
              <a:buNone/>
            </a:pPr>
            <a:r>
              <a:rPr lang="en-US" sz="3200" b="1" dirty="0">
                <a:solidFill>
                  <a:srgbClr val="333333"/>
                </a:solidFill>
                <a:latin typeface="Playfair Display"/>
                <a:sym typeface="Playfair Display"/>
              </a:rPr>
              <a:t>Data-driven analysis enables faster and smarter detection of financial crime</a:t>
            </a:r>
            <a:endParaRPr dirty="0"/>
          </a:p>
        </p:txBody>
      </p:sp>
      <p:grpSp>
        <p:nvGrpSpPr>
          <p:cNvPr id="2" name="Google Shape;578;p31">
            <a:extLst>
              <a:ext uri="{FF2B5EF4-FFF2-40B4-BE49-F238E27FC236}">
                <a16:creationId xmlns:a16="http://schemas.microsoft.com/office/drawing/2014/main" id="{F3481B92-822A-F493-EB93-25C7C834BABB}"/>
              </a:ext>
            </a:extLst>
          </p:cNvPr>
          <p:cNvGrpSpPr/>
          <p:nvPr/>
        </p:nvGrpSpPr>
        <p:grpSpPr>
          <a:xfrm>
            <a:off x="10771390" y="400547"/>
            <a:ext cx="7378075" cy="2311402"/>
            <a:chOff x="-70925" y="-213105"/>
            <a:chExt cx="9837433" cy="3201343"/>
          </a:xfrm>
        </p:grpSpPr>
        <p:sp>
          <p:nvSpPr>
            <p:cNvPr id="3" name="Google Shape;579;p31">
              <a:extLst>
                <a:ext uri="{FF2B5EF4-FFF2-40B4-BE49-F238E27FC236}">
                  <a16:creationId xmlns:a16="http://schemas.microsoft.com/office/drawing/2014/main" id="{006E6BEF-0547-8AC5-6B00-D214F77B7694}"/>
                </a:ext>
              </a:extLst>
            </p:cNvPr>
            <p:cNvSpPr txBox="1"/>
            <p:nvPr/>
          </p:nvSpPr>
          <p:spPr>
            <a:xfrm>
              <a:off x="-70925" y="-213105"/>
              <a:ext cx="9837433" cy="2813430"/>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11000" dirty="0">
                  <a:solidFill>
                    <a:srgbClr val="F8F3E2"/>
                  </a:solidFill>
                  <a:latin typeface="Six Caps"/>
                  <a:sym typeface="Six Caps"/>
                </a:rPr>
                <a:t>CONCLUSION</a:t>
              </a:r>
              <a:endParaRPr dirty="0"/>
            </a:p>
          </p:txBody>
        </p:sp>
        <p:sp>
          <p:nvSpPr>
            <p:cNvPr id="4" name="Google Shape;580;p31">
              <a:extLst>
                <a:ext uri="{FF2B5EF4-FFF2-40B4-BE49-F238E27FC236}">
                  <a16:creationId xmlns:a16="http://schemas.microsoft.com/office/drawing/2014/main" id="{395134FF-524E-A5B5-2FF4-8646B42EA1BF}"/>
                </a:ext>
              </a:extLst>
            </p:cNvPr>
            <p:cNvSpPr txBox="1"/>
            <p:nvPr/>
          </p:nvSpPr>
          <p:spPr>
            <a:xfrm>
              <a:off x="0" y="2600325"/>
              <a:ext cx="9695585" cy="387913"/>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None/>
              </a:pPr>
              <a:endParaRPr dirty="0"/>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01"/>
                                        </p:tgtEl>
                                        <p:attrNameLst>
                                          <p:attrName>style.visibility</p:attrName>
                                        </p:attrNameLst>
                                      </p:cBhvr>
                                      <p:to>
                                        <p:strVal val="visible"/>
                                      </p:to>
                                    </p:set>
                                    <p:animEffect transition="in" filter="fade">
                                      <p:cBhvr>
                                        <p:cTn id="7" dur="500"/>
                                        <p:tgtEl>
                                          <p:spTgt spid="701"/>
                                        </p:tgtEl>
                                      </p:cBhvr>
                                    </p:animEffect>
                                  </p:childTnLst>
                                </p:cTn>
                              </p:par>
                              <p:par>
                                <p:cTn id="8" presetID="10" presetClass="entr" presetSubtype="0" fill="hold" nodeType="withEffect">
                                  <p:stCondLst>
                                    <p:cond delay="0"/>
                                  </p:stCondLst>
                                  <p:childTnLst>
                                    <p:set>
                                      <p:cBhvr>
                                        <p:cTn id="9" dur="1" fill="hold">
                                          <p:stCondLst>
                                            <p:cond delay="0"/>
                                          </p:stCondLst>
                                        </p:cTn>
                                        <p:tgtEl>
                                          <p:spTgt spid="704"/>
                                        </p:tgtEl>
                                        <p:attrNameLst>
                                          <p:attrName>style.visibility</p:attrName>
                                        </p:attrNameLst>
                                      </p:cBhvr>
                                      <p:to>
                                        <p:strVal val="visible"/>
                                      </p:to>
                                    </p:set>
                                    <p:animEffect transition="in" filter="fade">
                                      <p:cBhvr>
                                        <p:cTn id="10" dur="500"/>
                                        <p:tgtEl>
                                          <p:spTgt spid="704"/>
                                        </p:tgtEl>
                                      </p:cBhvr>
                                    </p:animEffect>
                                  </p:childTnLst>
                                </p:cTn>
                              </p:par>
                              <p:par>
                                <p:cTn id="11" presetID="10" presetClass="entr" presetSubtype="0" fill="hold" nodeType="withEffect">
                                  <p:stCondLst>
                                    <p:cond delay="0"/>
                                  </p:stCondLst>
                                  <p:childTnLst>
                                    <p:set>
                                      <p:cBhvr>
                                        <p:cTn id="12" dur="1" fill="hold">
                                          <p:stCondLst>
                                            <p:cond delay="0"/>
                                          </p:stCondLst>
                                        </p:cTn>
                                        <p:tgtEl>
                                          <p:spTgt spid="707"/>
                                        </p:tgtEl>
                                        <p:attrNameLst>
                                          <p:attrName>style.visibility</p:attrName>
                                        </p:attrNameLst>
                                      </p:cBhvr>
                                      <p:to>
                                        <p:strVal val="visible"/>
                                      </p:to>
                                    </p:set>
                                    <p:animEffect transition="in" filter="fade">
                                      <p:cBhvr>
                                        <p:cTn id="13" dur="500"/>
                                        <p:tgtEl>
                                          <p:spTgt spid="707"/>
                                        </p:tgtEl>
                                      </p:cBhvr>
                                    </p:animEffect>
                                  </p:childTnLst>
                                </p:cTn>
                              </p:par>
                              <p:par>
                                <p:cTn id="14" presetID="10" presetClass="entr" presetSubtype="0" fill="hold" nodeType="withEffect">
                                  <p:stCondLst>
                                    <p:cond delay="0"/>
                                  </p:stCondLst>
                                  <p:childTnLst>
                                    <p:set>
                                      <p:cBhvr>
                                        <p:cTn id="15" dur="1" fill="hold">
                                          <p:stCondLst>
                                            <p:cond delay="0"/>
                                          </p:stCondLst>
                                        </p:cTn>
                                        <p:tgtEl>
                                          <p:spTgt spid="2"/>
                                        </p:tgtEl>
                                        <p:attrNameLst>
                                          <p:attrName>style.visibility</p:attrName>
                                        </p:attrNameLst>
                                      </p:cBhvr>
                                      <p:to>
                                        <p:strVal val="visible"/>
                                      </p:to>
                                    </p:set>
                                    <p:animEffect transition="in" filter="fade">
                                      <p:cBhvr>
                                        <p:cTn id="16"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8F3E2"/>
        </a:solidFill>
        <a:effectLst/>
      </p:bgPr>
    </p:bg>
    <p:spTree>
      <p:nvGrpSpPr>
        <p:cNvPr id="1" name="Shape 737"/>
        <p:cNvGrpSpPr/>
        <p:nvPr/>
      </p:nvGrpSpPr>
      <p:grpSpPr>
        <a:xfrm>
          <a:off x="0" y="0"/>
          <a:ext cx="0" cy="0"/>
          <a:chOff x="0" y="0"/>
          <a:chExt cx="0" cy="0"/>
        </a:xfrm>
      </p:grpSpPr>
      <p:pic>
        <p:nvPicPr>
          <p:cNvPr id="738" name="Google Shape;738;p36"/>
          <p:cNvPicPr preferRelativeResize="0"/>
          <p:nvPr/>
        </p:nvPicPr>
        <p:blipFill rotWithShape="1">
          <a:blip r:embed="rId3">
            <a:alphaModFix/>
          </a:blip>
          <a:srcRect l="10427" r="10426"/>
          <a:stretch/>
        </p:blipFill>
        <p:spPr>
          <a:xfrm>
            <a:off x="10564397" y="2146062"/>
            <a:ext cx="6694903" cy="5635891"/>
          </a:xfrm>
          <a:prstGeom prst="rect">
            <a:avLst/>
          </a:prstGeom>
          <a:noFill/>
          <a:ln>
            <a:noFill/>
          </a:ln>
        </p:spPr>
      </p:pic>
      <p:sp>
        <p:nvSpPr>
          <p:cNvPr id="739" name="Google Shape;739;p36"/>
          <p:cNvSpPr txBox="1"/>
          <p:nvPr/>
        </p:nvSpPr>
        <p:spPr>
          <a:xfrm>
            <a:off x="1007548" y="2033346"/>
            <a:ext cx="5562600" cy="1676400"/>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11000" b="0" i="0" u="none" strike="noStrike" cap="none" dirty="0">
                <a:solidFill>
                  <a:srgbClr val="596548"/>
                </a:solidFill>
                <a:latin typeface="Six Caps"/>
                <a:ea typeface="Six Caps"/>
                <a:cs typeface="Six Caps"/>
                <a:sym typeface="Six Caps"/>
              </a:rPr>
              <a:t>CONTACT US</a:t>
            </a:r>
            <a:endParaRPr dirty="0"/>
          </a:p>
        </p:txBody>
      </p:sp>
      <p:cxnSp>
        <p:nvCxnSpPr>
          <p:cNvPr id="740" name="Google Shape;740;p36"/>
          <p:cNvCxnSpPr/>
          <p:nvPr/>
        </p:nvCxnSpPr>
        <p:spPr>
          <a:xfrm>
            <a:off x="9525" y="4680679"/>
            <a:ext cx="9144000" cy="0"/>
          </a:xfrm>
          <a:prstGeom prst="straightConnector1">
            <a:avLst/>
          </a:prstGeom>
          <a:noFill/>
          <a:ln w="19050" cap="flat" cmpd="sng">
            <a:solidFill>
              <a:srgbClr val="333333"/>
            </a:solidFill>
            <a:prstDash val="solid"/>
            <a:round/>
            <a:headEnd type="none" w="sm" len="sm"/>
            <a:tailEnd type="none" w="sm" len="sm"/>
          </a:ln>
        </p:spPr>
      </p:cxnSp>
      <p:cxnSp>
        <p:nvCxnSpPr>
          <p:cNvPr id="741" name="Google Shape;741;p36"/>
          <p:cNvCxnSpPr/>
          <p:nvPr/>
        </p:nvCxnSpPr>
        <p:spPr>
          <a:xfrm>
            <a:off x="28575" y="5543838"/>
            <a:ext cx="9144000" cy="0"/>
          </a:xfrm>
          <a:prstGeom prst="straightConnector1">
            <a:avLst/>
          </a:prstGeom>
          <a:noFill/>
          <a:ln w="19050" cap="flat" cmpd="sng">
            <a:solidFill>
              <a:srgbClr val="333333"/>
            </a:solidFill>
            <a:prstDash val="solid"/>
            <a:round/>
            <a:headEnd type="none" w="sm" len="sm"/>
            <a:tailEnd type="none" w="sm" len="sm"/>
          </a:ln>
        </p:spPr>
      </p:cxnSp>
      <p:cxnSp>
        <p:nvCxnSpPr>
          <p:cNvPr id="742" name="Google Shape;742;p36"/>
          <p:cNvCxnSpPr/>
          <p:nvPr/>
        </p:nvCxnSpPr>
        <p:spPr>
          <a:xfrm>
            <a:off x="-9525" y="6406996"/>
            <a:ext cx="9144000" cy="0"/>
          </a:xfrm>
          <a:prstGeom prst="straightConnector1">
            <a:avLst/>
          </a:prstGeom>
          <a:noFill/>
          <a:ln w="19050" cap="flat" cmpd="sng">
            <a:solidFill>
              <a:srgbClr val="333333"/>
            </a:solidFill>
            <a:prstDash val="solid"/>
            <a:round/>
            <a:headEnd type="none" w="sm" len="sm"/>
            <a:tailEnd type="none" w="sm" len="sm"/>
          </a:ln>
        </p:spPr>
      </p:cxnSp>
      <p:cxnSp>
        <p:nvCxnSpPr>
          <p:cNvPr id="743" name="Google Shape;743;p36"/>
          <p:cNvCxnSpPr/>
          <p:nvPr/>
        </p:nvCxnSpPr>
        <p:spPr>
          <a:xfrm>
            <a:off x="47625" y="7270155"/>
            <a:ext cx="9144000" cy="0"/>
          </a:xfrm>
          <a:prstGeom prst="straightConnector1">
            <a:avLst/>
          </a:prstGeom>
          <a:noFill/>
          <a:ln w="19050" cap="flat" cmpd="sng">
            <a:solidFill>
              <a:srgbClr val="333333"/>
            </a:solidFill>
            <a:prstDash val="solid"/>
            <a:round/>
            <a:headEnd type="none" w="sm" len="sm"/>
            <a:tailEnd type="none" w="sm" len="sm"/>
          </a:ln>
        </p:spPr>
      </p:cxnSp>
      <p:cxnSp>
        <p:nvCxnSpPr>
          <p:cNvPr id="744" name="Google Shape;744;p36"/>
          <p:cNvCxnSpPr/>
          <p:nvPr/>
        </p:nvCxnSpPr>
        <p:spPr>
          <a:xfrm>
            <a:off x="9525" y="8133314"/>
            <a:ext cx="9144000" cy="0"/>
          </a:xfrm>
          <a:prstGeom prst="straightConnector1">
            <a:avLst/>
          </a:prstGeom>
          <a:noFill/>
          <a:ln w="19050" cap="flat" cmpd="sng">
            <a:solidFill>
              <a:srgbClr val="333333"/>
            </a:solidFill>
            <a:prstDash val="solid"/>
            <a:round/>
            <a:headEnd type="none" w="sm" len="sm"/>
            <a:tailEnd type="none" w="sm" len="sm"/>
          </a:ln>
        </p:spPr>
      </p:cxnSp>
      <p:sp>
        <p:nvSpPr>
          <p:cNvPr id="746" name="Google Shape;746;p36"/>
          <p:cNvSpPr/>
          <p:nvPr/>
        </p:nvSpPr>
        <p:spPr>
          <a:xfrm>
            <a:off x="356123" y="5839113"/>
            <a:ext cx="263367" cy="263367"/>
          </a:xfrm>
          <a:custGeom>
            <a:avLst/>
            <a:gdLst/>
            <a:ahLst/>
            <a:cxnLst/>
            <a:rect l="l" t="t" r="r" b="b"/>
            <a:pathLst>
              <a:path w="263367" h="263367" extrusionOk="0">
                <a:moveTo>
                  <a:pt x="0" y="0"/>
                </a:moveTo>
                <a:lnTo>
                  <a:pt x="263367" y="0"/>
                </a:lnTo>
                <a:lnTo>
                  <a:pt x="263367" y="263367"/>
                </a:lnTo>
                <a:lnTo>
                  <a:pt x="0" y="263367"/>
                </a:lnTo>
                <a:lnTo>
                  <a:pt x="0" y="0"/>
                </a:lnTo>
                <a:close/>
              </a:path>
            </a:pathLst>
          </a:custGeom>
          <a:blipFill rotWithShape="1">
            <a:blip r:embed="rId4">
              <a:alphaModFix/>
            </a:blip>
            <a:stretch>
              <a:fillRect/>
            </a:stretch>
          </a:blipFill>
          <a:ln>
            <a:noFill/>
          </a:ln>
        </p:spPr>
      </p:sp>
      <p:sp>
        <p:nvSpPr>
          <p:cNvPr id="747" name="Google Shape;747;p36"/>
          <p:cNvSpPr/>
          <p:nvPr/>
        </p:nvSpPr>
        <p:spPr>
          <a:xfrm>
            <a:off x="378195" y="6753969"/>
            <a:ext cx="246129" cy="169214"/>
          </a:xfrm>
          <a:custGeom>
            <a:avLst/>
            <a:gdLst/>
            <a:ahLst/>
            <a:cxnLst/>
            <a:rect l="l" t="t" r="r" b="b"/>
            <a:pathLst>
              <a:path w="246129" h="169214" extrusionOk="0">
                <a:moveTo>
                  <a:pt x="0" y="0"/>
                </a:moveTo>
                <a:lnTo>
                  <a:pt x="246129" y="0"/>
                </a:lnTo>
                <a:lnTo>
                  <a:pt x="246129" y="169214"/>
                </a:lnTo>
                <a:lnTo>
                  <a:pt x="0" y="169214"/>
                </a:lnTo>
                <a:lnTo>
                  <a:pt x="0" y="0"/>
                </a:lnTo>
                <a:close/>
              </a:path>
            </a:pathLst>
          </a:custGeom>
          <a:blipFill rotWithShape="1">
            <a:blip r:embed="rId5">
              <a:alphaModFix/>
            </a:blip>
            <a:stretch>
              <a:fillRect/>
            </a:stretch>
          </a:blipFill>
          <a:ln>
            <a:noFill/>
          </a:ln>
        </p:spPr>
      </p:sp>
      <p:sp>
        <p:nvSpPr>
          <p:cNvPr id="751" name="Google Shape;751;p36"/>
          <p:cNvSpPr txBox="1"/>
          <p:nvPr/>
        </p:nvSpPr>
        <p:spPr>
          <a:xfrm>
            <a:off x="1677194" y="5763433"/>
            <a:ext cx="4892954" cy="452432"/>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100" dirty="0">
                <a:solidFill>
                  <a:srgbClr val="333333"/>
                </a:solidFill>
                <a:latin typeface="Playfair Display"/>
                <a:sym typeface="Playfair Display"/>
              </a:rPr>
              <a:t>6264321059</a:t>
            </a:r>
            <a:endParaRPr dirty="0"/>
          </a:p>
        </p:txBody>
      </p:sp>
      <p:sp>
        <p:nvSpPr>
          <p:cNvPr id="752" name="Google Shape;752;p36"/>
          <p:cNvSpPr txBox="1"/>
          <p:nvPr/>
        </p:nvSpPr>
        <p:spPr>
          <a:xfrm>
            <a:off x="1677194" y="6625558"/>
            <a:ext cx="4892954" cy="452432"/>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100" dirty="0">
                <a:solidFill>
                  <a:srgbClr val="333333"/>
                </a:solidFill>
                <a:latin typeface="Playfair Display"/>
                <a:sym typeface="Playfair Display"/>
              </a:rPr>
              <a:t>chaurasiyalucky241@gmail.com</a:t>
            </a:r>
            <a:endParaRPr dirty="0"/>
          </a:p>
        </p:txBody>
      </p:sp>
      <p:sp>
        <p:nvSpPr>
          <p:cNvPr id="753" name="Google Shape;753;p36"/>
          <p:cNvSpPr txBox="1"/>
          <p:nvPr/>
        </p:nvSpPr>
        <p:spPr>
          <a:xfrm>
            <a:off x="1595874" y="8400473"/>
            <a:ext cx="4892954" cy="344710"/>
          </a:xfrm>
          <a:prstGeom prst="rect">
            <a:avLst/>
          </a:prstGeom>
          <a:noFill/>
          <a:ln>
            <a:noFill/>
          </a:ln>
        </p:spPr>
        <p:txBody>
          <a:bodyPr spcFirstLastPara="1" wrap="square" lIns="0" tIns="0" rIns="0" bIns="0" anchor="t" anchorCtr="0">
            <a:spAutoFit/>
          </a:bodyPr>
          <a:lstStyle/>
          <a:p>
            <a:pPr lvl="0">
              <a:lnSpc>
                <a:spcPct val="140000"/>
              </a:lnSpc>
            </a:pPr>
            <a:r>
              <a:rPr lang="en-IN" sz="1600" dirty="0">
                <a:latin typeface="Playfair Display" panose="00000500000000000000" pitchFamily="2" charset="0"/>
              </a:rPr>
              <a:t>www.linkedin.com/in/lucky-chaurasiya-b46986392</a:t>
            </a:r>
            <a:endParaRPr sz="1600" dirty="0">
              <a:latin typeface="Playfair Display" panose="00000500000000000000" pitchFamily="2" charset="0"/>
            </a:endParaRPr>
          </a:p>
        </p:txBody>
      </p:sp>
      <p:sp>
        <p:nvSpPr>
          <p:cNvPr id="754" name="Google Shape;754;p36"/>
          <p:cNvSpPr txBox="1"/>
          <p:nvPr/>
        </p:nvSpPr>
        <p:spPr>
          <a:xfrm>
            <a:off x="1677194" y="7487683"/>
            <a:ext cx="4892954" cy="452432"/>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100" dirty="0">
                <a:solidFill>
                  <a:srgbClr val="333333"/>
                </a:solidFill>
                <a:latin typeface="Playfair Display"/>
                <a:sym typeface="Playfair Display"/>
              </a:rPr>
              <a:t>luckychaurasiyaji@gmail.com</a:t>
            </a:r>
            <a:endParaRPr dirty="0"/>
          </a:p>
        </p:txBody>
      </p:sp>
      <p:grpSp>
        <p:nvGrpSpPr>
          <p:cNvPr id="755" name="Google Shape;755;p36"/>
          <p:cNvGrpSpPr/>
          <p:nvPr/>
        </p:nvGrpSpPr>
        <p:grpSpPr>
          <a:xfrm>
            <a:off x="0" y="8851550"/>
            <a:ext cx="18288000" cy="668839"/>
            <a:chOff x="0" y="-38100"/>
            <a:chExt cx="4816593" cy="176155"/>
          </a:xfrm>
        </p:grpSpPr>
        <p:sp>
          <p:nvSpPr>
            <p:cNvPr id="756" name="Google Shape;756;p36"/>
            <p:cNvSpPr/>
            <p:nvPr/>
          </p:nvSpPr>
          <p:spPr>
            <a:xfrm>
              <a:off x="0" y="0"/>
              <a:ext cx="4816592" cy="138055"/>
            </a:xfrm>
            <a:custGeom>
              <a:avLst/>
              <a:gdLst/>
              <a:ahLst/>
              <a:cxnLst/>
              <a:rect l="l" t="t" r="r" b="b"/>
              <a:pathLst>
                <a:path w="4816592" h="138055" extrusionOk="0">
                  <a:moveTo>
                    <a:pt x="0" y="0"/>
                  </a:moveTo>
                  <a:lnTo>
                    <a:pt x="4816592" y="0"/>
                  </a:lnTo>
                  <a:lnTo>
                    <a:pt x="4816592" y="138055"/>
                  </a:lnTo>
                  <a:lnTo>
                    <a:pt x="0" y="138055"/>
                  </a:lnTo>
                  <a:close/>
                </a:path>
              </a:pathLst>
            </a:custGeom>
            <a:solidFill>
              <a:srgbClr val="333333"/>
            </a:solidFill>
            <a:ln>
              <a:noFill/>
            </a:ln>
          </p:spPr>
        </p:sp>
        <p:sp>
          <p:nvSpPr>
            <p:cNvPr id="757" name="Google Shape;757;p36"/>
            <p:cNvSpPr txBox="1"/>
            <p:nvPr/>
          </p:nvSpPr>
          <p:spPr>
            <a:xfrm>
              <a:off x="0" y="-38100"/>
              <a:ext cx="4816593" cy="176155"/>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758" name="Google Shape;758;p36"/>
          <p:cNvGrpSpPr/>
          <p:nvPr/>
        </p:nvGrpSpPr>
        <p:grpSpPr>
          <a:xfrm>
            <a:off x="8477618" y="8874014"/>
            <a:ext cx="1351813" cy="768573"/>
            <a:chOff x="0" y="0"/>
            <a:chExt cx="11928966" cy="6782210"/>
          </a:xfrm>
        </p:grpSpPr>
        <p:sp>
          <p:nvSpPr>
            <p:cNvPr id="759" name="Google Shape;759;p36"/>
            <p:cNvSpPr/>
            <p:nvPr/>
          </p:nvSpPr>
          <p:spPr>
            <a:xfrm>
              <a:off x="6350" y="6350"/>
              <a:ext cx="11916266" cy="6769510"/>
            </a:xfrm>
            <a:custGeom>
              <a:avLst/>
              <a:gdLst/>
              <a:ahLst/>
              <a:cxnLst/>
              <a:rect l="l" t="t" r="r" b="b"/>
              <a:pathLst>
                <a:path w="11916266" h="6769510" extrusionOk="0">
                  <a:moveTo>
                    <a:pt x="0" y="0"/>
                  </a:moveTo>
                  <a:lnTo>
                    <a:pt x="11916266" y="0"/>
                  </a:lnTo>
                  <a:lnTo>
                    <a:pt x="11916266" y="6769510"/>
                  </a:lnTo>
                  <a:lnTo>
                    <a:pt x="0" y="6769510"/>
                  </a:lnTo>
                  <a:close/>
                </a:path>
              </a:pathLst>
            </a:custGeom>
            <a:solidFill>
              <a:srgbClr val="333333"/>
            </a:solidFill>
            <a:ln>
              <a:noFill/>
            </a:ln>
          </p:spPr>
        </p:sp>
        <p:sp>
          <p:nvSpPr>
            <p:cNvPr id="760" name="Google Shape;760;p36"/>
            <p:cNvSpPr/>
            <p:nvPr/>
          </p:nvSpPr>
          <p:spPr>
            <a:xfrm>
              <a:off x="0" y="0"/>
              <a:ext cx="11928966" cy="6782210"/>
            </a:xfrm>
            <a:custGeom>
              <a:avLst/>
              <a:gdLst/>
              <a:ahLst/>
              <a:cxnLst/>
              <a:rect l="l" t="t" r="r" b="b"/>
              <a:pathLst>
                <a:path w="11928966" h="6782210" extrusionOk="0">
                  <a:moveTo>
                    <a:pt x="6350" y="6782210"/>
                  </a:moveTo>
                  <a:lnTo>
                    <a:pt x="0" y="6782210"/>
                  </a:lnTo>
                  <a:lnTo>
                    <a:pt x="0" y="0"/>
                  </a:lnTo>
                  <a:lnTo>
                    <a:pt x="11928966" y="0"/>
                  </a:lnTo>
                  <a:lnTo>
                    <a:pt x="11928966" y="6782210"/>
                  </a:lnTo>
                  <a:lnTo>
                    <a:pt x="6350" y="6782210"/>
                  </a:lnTo>
                  <a:close/>
                  <a:moveTo>
                    <a:pt x="12700" y="12700"/>
                  </a:moveTo>
                  <a:lnTo>
                    <a:pt x="12700" y="6769510"/>
                  </a:lnTo>
                  <a:lnTo>
                    <a:pt x="11916266" y="6769510"/>
                  </a:lnTo>
                  <a:lnTo>
                    <a:pt x="11916266" y="12700"/>
                  </a:lnTo>
                  <a:lnTo>
                    <a:pt x="12700" y="12700"/>
                  </a:lnTo>
                  <a:close/>
                </a:path>
              </a:pathLst>
            </a:custGeom>
            <a:solidFill>
              <a:srgbClr val="F8F3E2"/>
            </a:solidFill>
            <a:ln>
              <a:noFill/>
            </a:ln>
          </p:spPr>
        </p:sp>
        <p:sp>
          <p:nvSpPr>
            <p:cNvPr id="761" name="Google Shape;761;p36"/>
            <p:cNvSpPr/>
            <p:nvPr/>
          </p:nvSpPr>
          <p:spPr>
            <a:xfrm>
              <a:off x="139700" y="140970"/>
              <a:ext cx="11648296" cy="6501540"/>
            </a:xfrm>
            <a:custGeom>
              <a:avLst/>
              <a:gdLst/>
              <a:ahLst/>
              <a:cxnLst/>
              <a:rect l="l" t="t" r="r" b="b"/>
              <a:pathLst>
                <a:path w="11648296" h="6501540" extrusionOk="0">
                  <a:moveTo>
                    <a:pt x="0" y="0"/>
                  </a:moveTo>
                  <a:lnTo>
                    <a:pt x="11648296" y="0"/>
                  </a:lnTo>
                  <a:lnTo>
                    <a:pt x="11648296" y="6501540"/>
                  </a:lnTo>
                  <a:lnTo>
                    <a:pt x="0" y="6501540"/>
                  </a:lnTo>
                  <a:close/>
                </a:path>
              </a:pathLst>
            </a:custGeom>
            <a:solidFill>
              <a:srgbClr val="F8F3E2"/>
            </a:solidFill>
            <a:ln>
              <a:noFill/>
            </a:ln>
          </p:spPr>
        </p:sp>
      </p:grpSp>
      <p:sp>
        <p:nvSpPr>
          <p:cNvPr id="762" name="Google Shape;762;p36"/>
          <p:cNvSpPr txBox="1"/>
          <p:nvPr/>
        </p:nvSpPr>
        <p:spPr>
          <a:xfrm>
            <a:off x="8550069" y="9031605"/>
            <a:ext cx="1206912" cy="517065"/>
          </a:xfrm>
          <a:prstGeom prst="rect">
            <a:avLst/>
          </a:prstGeom>
          <a:noFill/>
          <a:ln>
            <a:noFill/>
          </a:ln>
        </p:spPr>
        <p:txBody>
          <a:bodyPr spcFirstLastPara="1" wrap="square" lIns="0" tIns="0" rIns="0" bIns="0" anchor="t" anchorCtr="0">
            <a:spAutoFit/>
          </a:bodyPr>
          <a:lstStyle/>
          <a:p>
            <a:pPr marL="0" marR="0" lvl="0" indent="0" algn="ctr" rtl="0">
              <a:lnSpc>
                <a:spcPct val="139958"/>
              </a:lnSpc>
              <a:spcBef>
                <a:spcPts val="0"/>
              </a:spcBef>
              <a:spcAft>
                <a:spcPts val="0"/>
              </a:spcAft>
              <a:buNone/>
            </a:pPr>
            <a:r>
              <a:rPr lang="en-US" sz="2400" b="1" i="0" u="none" strike="noStrike" cap="none" dirty="0">
                <a:solidFill>
                  <a:srgbClr val="333333"/>
                </a:solidFill>
                <a:latin typeface="Playfair Display"/>
                <a:ea typeface="Playfair Display"/>
                <a:cs typeface="Playfair Display"/>
                <a:sym typeface="Playfair Display"/>
              </a:rPr>
              <a:t>10</a:t>
            </a:r>
            <a:endParaRPr dirty="0"/>
          </a:p>
        </p:txBody>
      </p:sp>
      <p:grpSp>
        <p:nvGrpSpPr>
          <p:cNvPr id="763" name="Google Shape;763;p36"/>
          <p:cNvGrpSpPr/>
          <p:nvPr/>
        </p:nvGrpSpPr>
        <p:grpSpPr>
          <a:xfrm>
            <a:off x="-9525" y="500453"/>
            <a:ext cx="18288000" cy="866143"/>
            <a:chOff x="0" y="-47625"/>
            <a:chExt cx="4816593" cy="228120"/>
          </a:xfrm>
        </p:grpSpPr>
        <p:sp>
          <p:nvSpPr>
            <p:cNvPr id="764" name="Google Shape;764;p36"/>
            <p:cNvSpPr/>
            <p:nvPr/>
          </p:nvSpPr>
          <p:spPr>
            <a:xfrm>
              <a:off x="0" y="0"/>
              <a:ext cx="4816592" cy="180495"/>
            </a:xfrm>
            <a:custGeom>
              <a:avLst/>
              <a:gdLst/>
              <a:ahLst/>
              <a:cxnLst/>
              <a:rect l="l" t="t" r="r" b="b"/>
              <a:pathLst>
                <a:path w="4816592" h="180495" extrusionOk="0">
                  <a:moveTo>
                    <a:pt x="0" y="0"/>
                  </a:moveTo>
                  <a:lnTo>
                    <a:pt x="4816592" y="0"/>
                  </a:lnTo>
                  <a:lnTo>
                    <a:pt x="4816592" y="180495"/>
                  </a:lnTo>
                  <a:lnTo>
                    <a:pt x="0" y="180495"/>
                  </a:lnTo>
                  <a:close/>
                </a:path>
              </a:pathLst>
            </a:custGeom>
            <a:solidFill>
              <a:srgbClr val="BFCDAC"/>
            </a:solidFill>
            <a:ln>
              <a:noFill/>
            </a:ln>
          </p:spPr>
        </p:sp>
        <p:sp>
          <p:nvSpPr>
            <p:cNvPr id="765" name="Google Shape;765;p36"/>
            <p:cNvSpPr txBox="1"/>
            <p:nvPr/>
          </p:nvSpPr>
          <p:spPr>
            <a:xfrm>
              <a:off x="0" y="-47625"/>
              <a:ext cx="4816593" cy="228120"/>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cxnSp>
        <p:nvCxnSpPr>
          <p:cNvPr id="766" name="Google Shape;766;p36"/>
          <p:cNvCxnSpPr/>
          <p:nvPr/>
        </p:nvCxnSpPr>
        <p:spPr>
          <a:xfrm>
            <a:off x="9134475" y="700329"/>
            <a:ext cx="0" cy="666267"/>
          </a:xfrm>
          <a:prstGeom prst="straightConnector1">
            <a:avLst/>
          </a:prstGeom>
          <a:noFill/>
          <a:ln w="19050" cap="flat" cmpd="sng">
            <a:solidFill>
              <a:srgbClr val="333333"/>
            </a:solidFill>
            <a:prstDash val="solid"/>
            <a:round/>
            <a:headEnd type="none" w="sm" len="sm"/>
            <a:tailEnd type="none" w="sm" len="sm"/>
          </a:ln>
        </p:spPr>
      </p:cxnSp>
      <p:cxnSp>
        <p:nvCxnSpPr>
          <p:cNvPr id="767" name="Google Shape;767;p36"/>
          <p:cNvCxnSpPr/>
          <p:nvPr/>
        </p:nvCxnSpPr>
        <p:spPr>
          <a:xfrm>
            <a:off x="-9525" y="681279"/>
            <a:ext cx="18288000" cy="0"/>
          </a:xfrm>
          <a:prstGeom prst="straightConnector1">
            <a:avLst/>
          </a:prstGeom>
          <a:noFill/>
          <a:ln w="19050" cap="flat" cmpd="sng">
            <a:solidFill>
              <a:srgbClr val="333333"/>
            </a:solidFill>
            <a:prstDash val="solid"/>
            <a:round/>
            <a:headEnd type="none" w="sm" len="sm"/>
            <a:tailEnd type="none" w="sm" len="sm"/>
          </a:ln>
        </p:spPr>
      </p:cxnSp>
      <p:sp>
        <p:nvSpPr>
          <p:cNvPr id="768" name="Google Shape;768;p36"/>
          <p:cNvSpPr txBox="1"/>
          <p:nvPr/>
        </p:nvSpPr>
        <p:spPr>
          <a:xfrm>
            <a:off x="1005530" y="816293"/>
            <a:ext cx="4747570" cy="452432"/>
          </a:xfrm>
          <a:prstGeom prst="rect">
            <a:avLst/>
          </a:prstGeom>
          <a:noFill/>
          <a:ln>
            <a:noFill/>
          </a:ln>
        </p:spPr>
        <p:txBody>
          <a:bodyPr spcFirstLastPara="1" wrap="square" lIns="0" tIns="0" rIns="0" bIns="0" anchor="t" anchorCtr="0">
            <a:spAutoFit/>
          </a:bodyPr>
          <a:lstStyle/>
          <a:p>
            <a:pPr lvl="0">
              <a:lnSpc>
                <a:spcPct val="140000"/>
              </a:lnSpc>
            </a:pPr>
            <a:r>
              <a:rPr lang="en-US" sz="2100" dirty="0">
                <a:solidFill>
                  <a:srgbClr val="333333"/>
                </a:solidFill>
                <a:latin typeface="Playfair Display"/>
                <a:ea typeface="Playfair Display"/>
                <a:cs typeface="Playfair Display"/>
                <a:sym typeface="Playfair Display"/>
              </a:rPr>
              <a:t>FINANCIAL CRIME ANALYTICS</a:t>
            </a:r>
            <a:endParaRPr lang="en-US" sz="2400" dirty="0"/>
          </a:p>
        </p:txBody>
      </p:sp>
      <p:sp>
        <p:nvSpPr>
          <p:cNvPr id="769" name="Google Shape;769;p36"/>
          <p:cNvSpPr txBox="1"/>
          <p:nvPr/>
        </p:nvSpPr>
        <p:spPr>
          <a:xfrm>
            <a:off x="12534900" y="831532"/>
            <a:ext cx="4747570" cy="452432"/>
          </a:xfrm>
          <a:prstGeom prst="rect">
            <a:avLst/>
          </a:prstGeom>
          <a:noFill/>
          <a:ln>
            <a:noFill/>
          </a:ln>
        </p:spPr>
        <p:txBody>
          <a:bodyPr spcFirstLastPara="1" wrap="square" lIns="0" tIns="0" rIns="0" bIns="0" anchor="t" anchorCtr="0">
            <a:spAutoFit/>
          </a:bodyPr>
          <a:lstStyle/>
          <a:p>
            <a:pPr lvl="0" algn="r">
              <a:lnSpc>
                <a:spcPct val="140000"/>
              </a:lnSpc>
            </a:pPr>
            <a:r>
              <a:rPr lang="en-US" sz="2100" dirty="0">
                <a:solidFill>
                  <a:srgbClr val="333333"/>
                </a:solidFill>
                <a:latin typeface="Playfair Display"/>
                <a:ea typeface="Playfair Display"/>
                <a:cs typeface="Playfair Display"/>
                <a:sym typeface="Playfair Display"/>
              </a:rPr>
              <a:t>DATE: 29| 04 |26 </a:t>
            </a:r>
            <a:endParaRPr lang="en-US" sz="2400" dirty="0"/>
          </a:p>
        </p:txBody>
      </p:sp>
      <p:cxnSp>
        <p:nvCxnSpPr>
          <p:cNvPr id="770" name="Google Shape;770;p36"/>
          <p:cNvCxnSpPr/>
          <p:nvPr/>
        </p:nvCxnSpPr>
        <p:spPr>
          <a:xfrm>
            <a:off x="-9525" y="1357071"/>
            <a:ext cx="18288000" cy="0"/>
          </a:xfrm>
          <a:prstGeom prst="straightConnector1">
            <a:avLst/>
          </a:prstGeom>
          <a:noFill/>
          <a:ln w="19050" cap="flat" cmpd="sng">
            <a:solidFill>
              <a:srgbClr val="333333"/>
            </a:solidFill>
            <a:prstDash val="solid"/>
            <a:round/>
            <a:headEnd type="none" w="sm" len="sm"/>
            <a:tailEnd type="none" w="sm" len="sm"/>
          </a:ln>
        </p:spPr>
      </p:cxnSp>
      <p:cxnSp>
        <p:nvCxnSpPr>
          <p:cNvPr id="771" name="Google Shape;771;p36"/>
          <p:cNvCxnSpPr/>
          <p:nvPr/>
        </p:nvCxnSpPr>
        <p:spPr>
          <a:xfrm rot="5391987">
            <a:off x="5057147" y="4777646"/>
            <a:ext cx="8173707" cy="0"/>
          </a:xfrm>
          <a:prstGeom prst="straightConnector1">
            <a:avLst/>
          </a:prstGeom>
          <a:noFill/>
          <a:ln w="19050" cap="flat" cmpd="sng">
            <a:solidFill>
              <a:srgbClr val="333333"/>
            </a:solidFill>
            <a:prstDash val="solid"/>
            <a:round/>
            <a:headEnd type="none" w="sm" len="sm"/>
            <a:tailEnd type="none" w="sm" len="sm"/>
          </a:ln>
        </p:spPr>
      </p:cxnSp>
      <p:cxnSp>
        <p:nvCxnSpPr>
          <p:cNvPr id="772" name="Google Shape;772;p36"/>
          <p:cNvCxnSpPr/>
          <p:nvPr/>
        </p:nvCxnSpPr>
        <p:spPr>
          <a:xfrm>
            <a:off x="1019175" y="4680679"/>
            <a:ext cx="0" cy="4315532"/>
          </a:xfrm>
          <a:prstGeom prst="straightConnector1">
            <a:avLst/>
          </a:prstGeom>
          <a:noFill/>
          <a:ln w="19050" cap="flat" cmpd="sng">
            <a:solidFill>
              <a:srgbClr val="333333"/>
            </a:solidFill>
            <a:prstDash val="solid"/>
            <a:round/>
            <a:headEnd type="none" w="sm" len="sm"/>
            <a:tailEnd type="none" w="sm" len="sm"/>
          </a:ln>
        </p:spPr>
      </p:cxnSp>
      <p:pic>
        <p:nvPicPr>
          <p:cNvPr id="3" name="Picture 2">
            <a:extLst>
              <a:ext uri="{FF2B5EF4-FFF2-40B4-BE49-F238E27FC236}">
                <a16:creationId xmlns:a16="http://schemas.microsoft.com/office/drawing/2014/main" id="{E95D7069-9E04-64F3-3499-104D92180C95}"/>
              </a:ext>
            </a:extLst>
          </p:cNvPr>
          <p:cNvPicPr>
            <a:picLocks noChangeAspect="1"/>
          </p:cNvPicPr>
          <p:nvPr/>
        </p:nvPicPr>
        <p:blipFill>
          <a:blip r:embed="rId6"/>
          <a:stretch>
            <a:fillRect/>
          </a:stretch>
        </p:blipFill>
        <p:spPr>
          <a:xfrm>
            <a:off x="305956" y="5032901"/>
            <a:ext cx="387334" cy="301853"/>
          </a:xfrm>
          <a:prstGeom prst="rect">
            <a:avLst/>
          </a:prstGeom>
        </p:spPr>
      </p:pic>
      <p:sp>
        <p:nvSpPr>
          <p:cNvPr id="5" name="TextBox 4">
            <a:extLst>
              <a:ext uri="{FF2B5EF4-FFF2-40B4-BE49-F238E27FC236}">
                <a16:creationId xmlns:a16="http://schemas.microsoft.com/office/drawing/2014/main" id="{0AABD255-A26E-8253-1C40-FA3515861094}"/>
              </a:ext>
            </a:extLst>
          </p:cNvPr>
          <p:cNvSpPr txBox="1"/>
          <p:nvPr/>
        </p:nvSpPr>
        <p:spPr>
          <a:xfrm>
            <a:off x="1345061" y="4989611"/>
            <a:ext cx="9151374" cy="338554"/>
          </a:xfrm>
          <a:prstGeom prst="rect">
            <a:avLst/>
          </a:prstGeom>
          <a:noFill/>
        </p:spPr>
        <p:txBody>
          <a:bodyPr wrap="square">
            <a:spAutoFit/>
          </a:bodyPr>
          <a:lstStyle/>
          <a:p>
            <a:r>
              <a:rPr lang="en-IN" sz="1600" dirty="0">
                <a:latin typeface="Playfair Display" panose="00000500000000000000" pitchFamily="2" charset="0"/>
              </a:rPr>
              <a:t>https://github.com/LuckyWa3957T</a:t>
            </a:r>
          </a:p>
        </p:txBody>
      </p:sp>
      <p:sp>
        <p:nvSpPr>
          <p:cNvPr id="6" name="Google Shape;747;p36">
            <a:extLst>
              <a:ext uri="{FF2B5EF4-FFF2-40B4-BE49-F238E27FC236}">
                <a16:creationId xmlns:a16="http://schemas.microsoft.com/office/drawing/2014/main" id="{8BB903EE-04A1-E5DE-45CA-38F7894896AA}"/>
              </a:ext>
            </a:extLst>
          </p:cNvPr>
          <p:cNvSpPr/>
          <p:nvPr/>
        </p:nvSpPr>
        <p:spPr>
          <a:xfrm>
            <a:off x="364741" y="7629292"/>
            <a:ext cx="246129" cy="169214"/>
          </a:xfrm>
          <a:custGeom>
            <a:avLst/>
            <a:gdLst/>
            <a:ahLst/>
            <a:cxnLst/>
            <a:rect l="l" t="t" r="r" b="b"/>
            <a:pathLst>
              <a:path w="246129" h="169214" extrusionOk="0">
                <a:moveTo>
                  <a:pt x="0" y="0"/>
                </a:moveTo>
                <a:lnTo>
                  <a:pt x="246129" y="0"/>
                </a:lnTo>
                <a:lnTo>
                  <a:pt x="246129" y="169214"/>
                </a:lnTo>
                <a:lnTo>
                  <a:pt x="0" y="169214"/>
                </a:lnTo>
                <a:lnTo>
                  <a:pt x="0" y="0"/>
                </a:lnTo>
                <a:close/>
              </a:path>
            </a:pathLst>
          </a:custGeom>
          <a:blipFill rotWithShape="1">
            <a:blip r:embed="rId5">
              <a:alphaModFix/>
            </a:blip>
            <a:stretch>
              <a:fillRect/>
            </a:stretch>
          </a:blipFill>
          <a:ln>
            <a:noFill/>
          </a:ln>
        </p:spPr>
      </p:sp>
      <p:pic>
        <p:nvPicPr>
          <p:cNvPr id="8" name="Picture 7">
            <a:extLst>
              <a:ext uri="{FF2B5EF4-FFF2-40B4-BE49-F238E27FC236}">
                <a16:creationId xmlns:a16="http://schemas.microsoft.com/office/drawing/2014/main" id="{EFB65509-F40B-F532-D21D-FA7B68553DFD}"/>
              </a:ext>
            </a:extLst>
          </p:cNvPr>
          <p:cNvPicPr>
            <a:picLocks noChangeAspect="1"/>
          </p:cNvPicPr>
          <p:nvPr/>
        </p:nvPicPr>
        <p:blipFill>
          <a:blip r:embed="rId7"/>
          <a:stretch>
            <a:fillRect/>
          </a:stretch>
        </p:blipFill>
        <p:spPr>
          <a:xfrm>
            <a:off x="378195" y="8400473"/>
            <a:ext cx="260837" cy="375938"/>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739"/>
                                        </p:tgtEl>
                                        <p:attrNameLst>
                                          <p:attrName>style.visibility</p:attrName>
                                        </p:attrNameLst>
                                      </p:cBhvr>
                                      <p:to>
                                        <p:strVal val="visible"/>
                                      </p:to>
                                    </p:set>
                                    <p:animEffect transition="in" filter="barn(inVertical)">
                                      <p:cBhvr>
                                        <p:cTn id="7" dur="500"/>
                                        <p:tgtEl>
                                          <p:spTgt spid="739"/>
                                        </p:tgtEl>
                                      </p:cBhvr>
                                    </p:animEffect>
                                  </p:childTnLst>
                                </p:cTn>
                              </p:par>
                              <p:par>
                                <p:cTn id="8" presetID="16" presetClass="entr" presetSubtype="21" fill="hold" nodeType="withEffect">
                                  <p:stCondLst>
                                    <p:cond delay="0"/>
                                  </p:stCondLst>
                                  <p:childTnLst>
                                    <p:set>
                                      <p:cBhvr>
                                        <p:cTn id="9" dur="1" fill="hold">
                                          <p:stCondLst>
                                            <p:cond delay="0"/>
                                          </p:stCondLst>
                                        </p:cTn>
                                        <p:tgtEl>
                                          <p:spTgt spid="740"/>
                                        </p:tgtEl>
                                        <p:attrNameLst>
                                          <p:attrName>style.visibility</p:attrName>
                                        </p:attrNameLst>
                                      </p:cBhvr>
                                      <p:to>
                                        <p:strVal val="visible"/>
                                      </p:to>
                                    </p:set>
                                    <p:animEffect transition="in" filter="barn(inVertical)">
                                      <p:cBhvr>
                                        <p:cTn id="10" dur="500"/>
                                        <p:tgtEl>
                                          <p:spTgt spid="740"/>
                                        </p:tgtEl>
                                      </p:cBhvr>
                                    </p:animEffect>
                                  </p:childTnLst>
                                </p:cTn>
                              </p:par>
                              <p:par>
                                <p:cTn id="11" presetID="16" presetClass="entr" presetSubtype="21" fill="hold" nodeType="withEffect">
                                  <p:stCondLst>
                                    <p:cond delay="0"/>
                                  </p:stCondLst>
                                  <p:childTnLst>
                                    <p:set>
                                      <p:cBhvr>
                                        <p:cTn id="12" dur="1" fill="hold">
                                          <p:stCondLst>
                                            <p:cond delay="0"/>
                                          </p:stCondLst>
                                        </p:cTn>
                                        <p:tgtEl>
                                          <p:spTgt spid="741"/>
                                        </p:tgtEl>
                                        <p:attrNameLst>
                                          <p:attrName>style.visibility</p:attrName>
                                        </p:attrNameLst>
                                      </p:cBhvr>
                                      <p:to>
                                        <p:strVal val="visible"/>
                                      </p:to>
                                    </p:set>
                                    <p:animEffect transition="in" filter="barn(inVertical)">
                                      <p:cBhvr>
                                        <p:cTn id="13" dur="500"/>
                                        <p:tgtEl>
                                          <p:spTgt spid="741"/>
                                        </p:tgtEl>
                                      </p:cBhvr>
                                    </p:animEffect>
                                  </p:childTnLst>
                                </p:cTn>
                              </p:par>
                              <p:par>
                                <p:cTn id="14" presetID="16" presetClass="entr" presetSubtype="21" fill="hold" nodeType="withEffect">
                                  <p:stCondLst>
                                    <p:cond delay="0"/>
                                  </p:stCondLst>
                                  <p:childTnLst>
                                    <p:set>
                                      <p:cBhvr>
                                        <p:cTn id="15" dur="1" fill="hold">
                                          <p:stCondLst>
                                            <p:cond delay="0"/>
                                          </p:stCondLst>
                                        </p:cTn>
                                        <p:tgtEl>
                                          <p:spTgt spid="742"/>
                                        </p:tgtEl>
                                        <p:attrNameLst>
                                          <p:attrName>style.visibility</p:attrName>
                                        </p:attrNameLst>
                                      </p:cBhvr>
                                      <p:to>
                                        <p:strVal val="visible"/>
                                      </p:to>
                                    </p:set>
                                    <p:animEffect transition="in" filter="barn(inVertical)">
                                      <p:cBhvr>
                                        <p:cTn id="16" dur="500"/>
                                        <p:tgtEl>
                                          <p:spTgt spid="742"/>
                                        </p:tgtEl>
                                      </p:cBhvr>
                                    </p:animEffect>
                                  </p:childTnLst>
                                </p:cTn>
                              </p:par>
                              <p:par>
                                <p:cTn id="17" presetID="16" presetClass="entr" presetSubtype="21" fill="hold" nodeType="withEffect">
                                  <p:stCondLst>
                                    <p:cond delay="0"/>
                                  </p:stCondLst>
                                  <p:childTnLst>
                                    <p:set>
                                      <p:cBhvr>
                                        <p:cTn id="18" dur="1" fill="hold">
                                          <p:stCondLst>
                                            <p:cond delay="0"/>
                                          </p:stCondLst>
                                        </p:cTn>
                                        <p:tgtEl>
                                          <p:spTgt spid="743"/>
                                        </p:tgtEl>
                                        <p:attrNameLst>
                                          <p:attrName>style.visibility</p:attrName>
                                        </p:attrNameLst>
                                      </p:cBhvr>
                                      <p:to>
                                        <p:strVal val="visible"/>
                                      </p:to>
                                    </p:set>
                                    <p:animEffect transition="in" filter="barn(inVertical)">
                                      <p:cBhvr>
                                        <p:cTn id="19" dur="500"/>
                                        <p:tgtEl>
                                          <p:spTgt spid="743"/>
                                        </p:tgtEl>
                                      </p:cBhvr>
                                    </p:animEffect>
                                  </p:childTnLst>
                                </p:cTn>
                              </p:par>
                              <p:par>
                                <p:cTn id="20" presetID="16" presetClass="entr" presetSubtype="21" fill="hold" nodeType="withEffect">
                                  <p:stCondLst>
                                    <p:cond delay="0"/>
                                  </p:stCondLst>
                                  <p:childTnLst>
                                    <p:set>
                                      <p:cBhvr>
                                        <p:cTn id="21" dur="1" fill="hold">
                                          <p:stCondLst>
                                            <p:cond delay="0"/>
                                          </p:stCondLst>
                                        </p:cTn>
                                        <p:tgtEl>
                                          <p:spTgt spid="744"/>
                                        </p:tgtEl>
                                        <p:attrNameLst>
                                          <p:attrName>style.visibility</p:attrName>
                                        </p:attrNameLst>
                                      </p:cBhvr>
                                      <p:to>
                                        <p:strVal val="visible"/>
                                      </p:to>
                                    </p:set>
                                    <p:animEffect transition="in" filter="barn(inVertical)">
                                      <p:cBhvr>
                                        <p:cTn id="22" dur="500"/>
                                        <p:tgtEl>
                                          <p:spTgt spid="744"/>
                                        </p:tgtEl>
                                      </p:cBhvr>
                                    </p:animEffect>
                                  </p:childTnLst>
                                </p:cTn>
                              </p:par>
                              <p:par>
                                <p:cTn id="23" presetID="16" presetClass="entr" presetSubtype="21" fill="hold" nodeType="withEffect">
                                  <p:stCondLst>
                                    <p:cond delay="0"/>
                                  </p:stCondLst>
                                  <p:childTnLst>
                                    <p:set>
                                      <p:cBhvr>
                                        <p:cTn id="24" dur="1" fill="hold">
                                          <p:stCondLst>
                                            <p:cond delay="0"/>
                                          </p:stCondLst>
                                        </p:cTn>
                                        <p:tgtEl>
                                          <p:spTgt spid="746"/>
                                        </p:tgtEl>
                                        <p:attrNameLst>
                                          <p:attrName>style.visibility</p:attrName>
                                        </p:attrNameLst>
                                      </p:cBhvr>
                                      <p:to>
                                        <p:strVal val="visible"/>
                                      </p:to>
                                    </p:set>
                                    <p:animEffect transition="in" filter="barn(inVertical)">
                                      <p:cBhvr>
                                        <p:cTn id="25" dur="500"/>
                                        <p:tgtEl>
                                          <p:spTgt spid="746"/>
                                        </p:tgtEl>
                                      </p:cBhvr>
                                    </p:animEffect>
                                  </p:childTnLst>
                                </p:cTn>
                              </p:par>
                              <p:par>
                                <p:cTn id="26" presetID="16" presetClass="entr" presetSubtype="21" fill="hold" nodeType="withEffect">
                                  <p:stCondLst>
                                    <p:cond delay="0"/>
                                  </p:stCondLst>
                                  <p:childTnLst>
                                    <p:set>
                                      <p:cBhvr>
                                        <p:cTn id="27" dur="1" fill="hold">
                                          <p:stCondLst>
                                            <p:cond delay="0"/>
                                          </p:stCondLst>
                                        </p:cTn>
                                        <p:tgtEl>
                                          <p:spTgt spid="747"/>
                                        </p:tgtEl>
                                        <p:attrNameLst>
                                          <p:attrName>style.visibility</p:attrName>
                                        </p:attrNameLst>
                                      </p:cBhvr>
                                      <p:to>
                                        <p:strVal val="visible"/>
                                      </p:to>
                                    </p:set>
                                    <p:animEffect transition="in" filter="barn(inVertical)">
                                      <p:cBhvr>
                                        <p:cTn id="28" dur="500"/>
                                        <p:tgtEl>
                                          <p:spTgt spid="747"/>
                                        </p:tgtEl>
                                      </p:cBhvr>
                                    </p:animEffect>
                                  </p:childTnLst>
                                </p:cTn>
                              </p:par>
                              <p:par>
                                <p:cTn id="29" presetID="16" presetClass="entr" presetSubtype="21" fill="hold" grpId="0" nodeType="withEffect">
                                  <p:stCondLst>
                                    <p:cond delay="0"/>
                                  </p:stCondLst>
                                  <p:childTnLst>
                                    <p:set>
                                      <p:cBhvr>
                                        <p:cTn id="30" dur="1" fill="hold">
                                          <p:stCondLst>
                                            <p:cond delay="0"/>
                                          </p:stCondLst>
                                        </p:cTn>
                                        <p:tgtEl>
                                          <p:spTgt spid="751"/>
                                        </p:tgtEl>
                                        <p:attrNameLst>
                                          <p:attrName>style.visibility</p:attrName>
                                        </p:attrNameLst>
                                      </p:cBhvr>
                                      <p:to>
                                        <p:strVal val="visible"/>
                                      </p:to>
                                    </p:set>
                                    <p:animEffect transition="in" filter="barn(inVertical)">
                                      <p:cBhvr>
                                        <p:cTn id="31" dur="500"/>
                                        <p:tgtEl>
                                          <p:spTgt spid="751"/>
                                        </p:tgtEl>
                                      </p:cBhvr>
                                    </p:animEffect>
                                  </p:childTnLst>
                                </p:cTn>
                              </p:par>
                              <p:par>
                                <p:cTn id="32" presetID="16" presetClass="entr" presetSubtype="21" fill="hold" grpId="0" nodeType="withEffect">
                                  <p:stCondLst>
                                    <p:cond delay="0"/>
                                  </p:stCondLst>
                                  <p:childTnLst>
                                    <p:set>
                                      <p:cBhvr>
                                        <p:cTn id="33" dur="1" fill="hold">
                                          <p:stCondLst>
                                            <p:cond delay="0"/>
                                          </p:stCondLst>
                                        </p:cTn>
                                        <p:tgtEl>
                                          <p:spTgt spid="752"/>
                                        </p:tgtEl>
                                        <p:attrNameLst>
                                          <p:attrName>style.visibility</p:attrName>
                                        </p:attrNameLst>
                                      </p:cBhvr>
                                      <p:to>
                                        <p:strVal val="visible"/>
                                      </p:to>
                                    </p:set>
                                    <p:animEffect transition="in" filter="barn(inVertical)">
                                      <p:cBhvr>
                                        <p:cTn id="34" dur="500"/>
                                        <p:tgtEl>
                                          <p:spTgt spid="752"/>
                                        </p:tgtEl>
                                      </p:cBhvr>
                                    </p:animEffect>
                                  </p:childTnLst>
                                </p:cTn>
                              </p:par>
                              <p:par>
                                <p:cTn id="35" presetID="16" presetClass="entr" presetSubtype="21" fill="hold" grpId="0" nodeType="withEffect">
                                  <p:stCondLst>
                                    <p:cond delay="0"/>
                                  </p:stCondLst>
                                  <p:childTnLst>
                                    <p:set>
                                      <p:cBhvr>
                                        <p:cTn id="36" dur="1" fill="hold">
                                          <p:stCondLst>
                                            <p:cond delay="0"/>
                                          </p:stCondLst>
                                        </p:cTn>
                                        <p:tgtEl>
                                          <p:spTgt spid="753"/>
                                        </p:tgtEl>
                                        <p:attrNameLst>
                                          <p:attrName>style.visibility</p:attrName>
                                        </p:attrNameLst>
                                      </p:cBhvr>
                                      <p:to>
                                        <p:strVal val="visible"/>
                                      </p:to>
                                    </p:set>
                                    <p:animEffect transition="in" filter="barn(inVertical)">
                                      <p:cBhvr>
                                        <p:cTn id="37" dur="500"/>
                                        <p:tgtEl>
                                          <p:spTgt spid="753"/>
                                        </p:tgtEl>
                                      </p:cBhvr>
                                    </p:animEffect>
                                  </p:childTnLst>
                                </p:cTn>
                              </p:par>
                              <p:par>
                                <p:cTn id="38" presetID="16" presetClass="entr" presetSubtype="21" fill="hold" grpId="0" nodeType="withEffect">
                                  <p:stCondLst>
                                    <p:cond delay="0"/>
                                  </p:stCondLst>
                                  <p:childTnLst>
                                    <p:set>
                                      <p:cBhvr>
                                        <p:cTn id="39" dur="1" fill="hold">
                                          <p:stCondLst>
                                            <p:cond delay="0"/>
                                          </p:stCondLst>
                                        </p:cTn>
                                        <p:tgtEl>
                                          <p:spTgt spid="754"/>
                                        </p:tgtEl>
                                        <p:attrNameLst>
                                          <p:attrName>style.visibility</p:attrName>
                                        </p:attrNameLst>
                                      </p:cBhvr>
                                      <p:to>
                                        <p:strVal val="visible"/>
                                      </p:to>
                                    </p:set>
                                    <p:animEffect transition="in" filter="barn(inVertical)">
                                      <p:cBhvr>
                                        <p:cTn id="40" dur="500"/>
                                        <p:tgtEl>
                                          <p:spTgt spid="754"/>
                                        </p:tgtEl>
                                      </p:cBhvr>
                                    </p:animEffect>
                                  </p:childTnLst>
                                </p:cTn>
                              </p:par>
                              <p:par>
                                <p:cTn id="41" presetID="16" presetClass="entr" presetSubtype="21" fill="hold" nodeType="withEffect">
                                  <p:stCondLst>
                                    <p:cond delay="0"/>
                                  </p:stCondLst>
                                  <p:childTnLst>
                                    <p:set>
                                      <p:cBhvr>
                                        <p:cTn id="42" dur="1" fill="hold">
                                          <p:stCondLst>
                                            <p:cond delay="0"/>
                                          </p:stCondLst>
                                        </p:cTn>
                                        <p:tgtEl>
                                          <p:spTgt spid="755"/>
                                        </p:tgtEl>
                                        <p:attrNameLst>
                                          <p:attrName>style.visibility</p:attrName>
                                        </p:attrNameLst>
                                      </p:cBhvr>
                                      <p:to>
                                        <p:strVal val="visible"/>
                                      </p:to>
                                    </p:set>
                                    <p:animEffect transition="in" filter="barn(inVertical)">
                                      <p:cBhvr>
                                        <p:cTn id="43" dur="500"/>
                                        <p:tgtEl>
                                          <p:spTgt spid="755"/>
                                        </p:tgtEl>
                                      </p:cBhvr>
                                    </p:animEffect>
                                  </p:childTnLst>
                                </p:cTn>
                              </p:par>
                              <p:par>
                                <p:cTn id="44" presetID="16" presetClass="entr" presetSubtype="21" fill="hold" nodeType="withEffect">
                                  <p:stCondLst>
                                    <p:cond delay="0"/>
                                  </p:stCondLst>
                                  <p:childTnLst>
                                    <p:set>
                                      <p:cBhvr>
                                        <p:cTn id="45" dur="1" fill="hold">
                                          <p:stCondLst>
                                            <p:cond delay="0"/>
                                          </p:stCondLst>
                                        </p:cTn>
                                        <p:tgtEl>
                                          <p:spTgt spid="758"/>
                                        </p:tgtEl>
                                        <p:attrNameLst>
                                          <p:attrName>style.visibility</p:attrName>
                                        </p:attrNameLst>
                                      </p:cBhvr>
                                      <p:to>
                                        <p:strVal val="visible"/>
                                      </p:to>
                                    </p:set>
                                    <p:animEffect transition="in" filter="barn(inVertical)">
                                      <p:cBhvr>
                                        <p:cTn id="46" dur="500"/>
                                        <p:tgtEl>
                                          <p:spTgt spid="758"/>
                                        </p:tgtEl>
                                      </p:cBhvr>
                                    </p:animEffect>
                                  </p:childTnLst>
                                </p:cTn>
                              </p:par>
                              <p:par>
                                <p:cTn id="47" presetID="16" presetClass="entr" presetSubtype="21" fill="hold" grpId="0" nodeType="withEffect">
                                  <p:stCondLst>
                                    <p:cond delay="0"/>
                                  </p:stCondLst>
                                  <p:childTnLst>
                                    <p:set>
                                      <p:cBhvr>
                                        <p:cTn id="48" dur="1" fill="hold">
                                          <p:stCondLst>
                                            <p:cond delay="0"/>
                                          </p:stCondLst>
                                        </p:cTn>
                                        <p:tgtEl>
                                          <p:spTgt spid="762"/>
                                        </p:tgtEl>
                                        <p:attrNameLst>
                                          <p:attrName>style.visibility</p:attrName>
                                        </p:attrNameLst>
                                      </p:cBhvr>
                                      <p:to>
                                        <p:strVal val="visible"/>
                                      </p:to>
                                    </p:set>
                                    <p:animEffect transition="in" filter="barn(inVertical)">
                                      <p:cBhvr>
                                        <p:cTn id="49" dur="500"/>
                                        <p:tgtEl>
                                          <p:spTgt spid="762"/>
                                        </p:tgtEl>
                                      </p:cBhvr>
                                    </p:animEffect>
                                  </p:childTnLst>
                                </p:cTn>
                              </p:par>
                              <p:par>
                                <p:cTn id="50" presetID="16" presetClass="entr" presetSubtype="21" fill="hold" nodeType="withEffect">
                                  <p:stCondLst>
                                    <p:cond delay="0"/>
                                  </p:stCondLst>
                                  <p:childTnLst>
                                    <p:set>
                                      <p:cBhvr>
                                        <p:cTn id="51" dur="1" fill="hold">
                                          <p:stCondLst>
                                            <p:cond delay="0"/>
                                          </p:stCondLst>
                                        </p:cTn>
                                        <p:tgtEl>
                                          <p:spTgt spid="763"/>
                                        </p:tgtEl>
                                        <p:attrNameLst>
                                          <p:attrName>style.visibility</p:attrName>
                                        </p:attrNameLst>
                                      </p:cBhvr>
                                      <p:to>
                                        <p:strVal val="visible"/>
                                      </p:to>
                                    </p:set>
                                    <p:animEffect transition="in" filter="barn(inVertical)">
                                      <p:cBhvr>
                                        <p:cTn id="52" dur="500"/>
                                        <p:tgtEl>
                                          <p:spTgt spid="763"/>
                                        </p:tgtEl>
                                      </p:cBhvr>
                                    </p:animEffect>
                                  </p:childTnLst>
                                </p:cTn>
                              </p:par>
                              <p:par>
                                <p:cTn id="53" presetID="16" presetClass="entr" presetSubtype="21" fill="hold" nodeType="withEffect">
                                  <p:stCondLst>
                                    <p:cond delay="0"/>
                                  </p:stCondLst>
                                  <p:childTnLst>
                                    <p:set>
                                      <p:cBhvr>
                                        <p:cTn id="54" dur="1" fill="hold">
                                          <p:stCondLst>
                                            <p:cond delay="0"/>
                                          </p:stCondLst>
                                        </p:cTn>
                                        <p:tgtEl>
                                          <p:spTgt spid="766"/>
                                        </p:tgtEl>
                                        <p:attrNameLst>
                                          <p:attrName>style.visibility</p:attrName>
                                        </p:attrNameLst>
                                      </p:cBhvr>
                                      <p:to>
                                        <p:strVal val="visible"/>
                                      </p:to>
                                    </p:set>
                                    <p:animEffect transition="in" filter="barn(inVertical)">
                                      <p:cBhvr>
                                        <p:cTn id="55" dur="500"/>
                                        <p:tgtEl>
                                          <p:spTgt spid="766"/>
                                        </p:tgtEl>
                                      </p:cBhvr>
                                    </p:animEffect>
                                  </p:childTnLst>
                                </p:cTn>
                              </p:par>
                              <p:par>
                                <p:cTn id="56" presetID="16" presetClass="entr" presetSubtype="21" fill="hold" nodeType="withEffect">
                                  <p:stCondLst>
                                    <p:cond delay="0"/>
                                  </p:stCondLst>
                                  <p:childTnLst>
                                    <p:set>
                                      <p:cBhvr>
                                        <p:cTn id="57" dur="1" fill="hold">
                                          <p:stCondLst>
                                            <p:cond delay="0"/>
                                          </p:stCondLst>
                                        </p:cTn>
                                        <p:tgtEl>
                                          <p:spTgt spid="767"/>
                                        </p:tgtEl>
                                        <p:attrNameLst>
                                          <p:attrName>style.visibility</p:attrName>
                                        </p:attrNameLst>
                                      </p:cBhvr>
                                      <p:to>
                                        <p:strVal val="visible"/>
                                      </p:to>
                                    </p:set>
                                    <p:animEffect transition="in" filter="barn(inVertical)">
                                      <p:cBhvr>
                                        <p:cTn id="58" dur="500"/>
                                        <p:tgtEl>
                                          <p:spTgt spid="767"/>
                                        </p:tgtEl>
                                      </p:cBhvr>
                                    </p:animEffect>
                                  </p:childTnLst>
                                </p:cTn>
                              </p:par>
                              <p:par>
                                <p:cTn id="59" presetID="16" presetClass="entr" presetSubtype="21" fill="hold" grpId="0" nodeType="withEffect">
                                  <p:stCondLst>
                                    <p:cond delay="0"/>
                                  </p:stCondLst>
                                  <p:childTnLst>
                                    <p:set>
                                      <p:cBhvr>
                                        <p:cTn id="60" dur="1" fill="hold">
                                          <p:stCondLst>
                                            <p:cond delay="0"/>
                                          </p:stCondLst>
                                        </p:cTn>
                                        <p:tgtEl>
                                          <p:spTgt spid="768"/>
                                        </p:tgtEl>
                                        <p:attrNameLst>
                                          <p:attrName>style.visibility</p:attrName>
                                        </p:attrNameLst>
                                      </p:cBhvr>
                                      <p:to>
                                        <p:strVal val="visible"/>
                                      </p:to>
                                    </p:set>
                                    <p:animEffect transition="in" filter="barn(inVertical)">
                                      <p:cBhvr>
                                        <p:cTn id="61" dur="500"/>
                                        <p:tgtEl>
                                          <p:spTgt spid="768"/>
                                        </p:tgtEl>
                                      </p:cBhvr>
                                    </p:animEffect>
                                  </p:childTnLst>
                                </p:cTn>
                              </p:par>
                              <p:par>
                                <p:cTn id="62" presetID="16" presetClass="entr" presetSubtype="21" fill="hold" grpId="0" nodeType="withEffect">
                                  <p:stCondLst>
                                    <p:cond delay="0"/>
                                  </p:stCondLst>
                                  <p:childTnLst>
                                    <p:set>
                                      <p:cBhvr>
                                        <p:cTn id="63" dur="1" fill="hold">
                                          <p:stCondLst>
                                            <p:cond delay="0"/>
                                          </p:stCondLst>
                                        </p:cTn>
                                        <p:tgtEl>
                                          <p:spTgt spid="769"/>
                                        </p:tgtEl>
                                        <p:attrNameLst>
                                          <p:attrName>style.visibility</p:attrName>
                                        </p:attrNameLst>
                                      </p:cBhvr>
                                      <p:to>
                                        <p:strVal val="visible"/>
                                      </p:to>
                                    </p:set>
                                    <p:animEffect transition="in" filter="barn(inVertical)">
                                      <p:cBhvr>
                                        <p:cTn id="64" dur="500"/>
                                        <p:tgtEl>
                                          <p:spTgt spid="769"/>
                                        </p:tgtEl>
                                      </p:cBhvr>
                                    </p:animEffect>
                                  </p:childTnLst>
                                </p:cTn>
                              </p:par>
                              <p:par>
                                <p:cTn id="65" presetID="16" presetClass="entr" presetSubtype="21" fill="hold" nodeType="withEffect">
                                  <p:stCondLst>
                                    <p:cond delay="0"/>
                                  </p:stCondLst>
                                  <p:childTnLst>
                                    <p:set>
                                      <p:cBhvr>
                                        <p:cTn id="66" dur="1" fill="hold">
                                          <p:stCondLst>
                                            <p:cond delay="0"/>
                                          </p:stCondLst>
                                        </p:cTn>
                                        <p:tgtEl>
                                          <p:spTgt spid="770"/>
                                        </p:tgtEl>
                                        <p:attrNameLst>
                                          <p:attrName>style.visibility</p:attrName>
                                        </p:attrNameLst>
                                      </p:cBhvr>
                                      <p:to>
                                        <p:strVal val="visible"/>
                                      </p:to>
                                    </p:set>
                                    <p:animEffect transition="in" filter="barn(inVertical)">
                                      <p:cBhvr>
                                        <p:cTn id="67" dur="500"/>
                                        <p:tgtEl>
                                          <p:spTgt spid="770"/>
                                        </p:tgtEl>
                                      </p:cBhvr>
                                    </p:animEffect>
                                  </p:childTnLst>
                                </p:cTn>
                              </p:par>
                              <p:par>
                                <p:cTn id="68" presetID="16" presetClass="entr" presetSubtype="21" fill="hold" nodeType="withEffect">
                                  <p:stCondLst>
                                    <p:cond delay="0"/>
                                  </p:stCondLst>
                                  <p:childTnLst>
                                    <p:set>
                                      <p:cBhvr>
                                        <p:cTn id="69" dur="1" fill="hold">
                                          <p:stCondLst>
                                            <p:cond delay="0"/>
                                          </p:stCondLst>
                                        </p:cTn>
                                        <p:tgtEl>
                                          <p:spTgt spid="771"/>
                                        </p:tgtEl>
                                        <p:attrNameLst>
                                          <p:attrName>style.visibility</p:attrName>
                                        </p:attrNameLst>
                                      </p:cBhvr>
                                      <p:to>
                                        <p:strVal val="visible"/>
                                      </p:to>
                                    </p:set>
                                    <p:animEffect transition="in" filter="barn(inVertical)">
                                      <p:cBhvr>
                                        <p:cTn id="70" dur="500"/>
                                        <p:tgtEl>
                                          <p:spTgt spid="771"/>
                                        </p:tgtEl>
                                      </p:cBhvr>
                                    </p:animEffect>
                                  </p:childTnLst>
                                </p:cTn>
                              </p:par>
                              <p:par>
                                <p:cTn id="71" presetID="16" presetClass="entr" presetSubtype="21" fill="hold" nodeType="withEffect">
                                  <p:stCondLst>
                                    <p:cond delay="0"/>
                                  </p:stCondLst>
                                  <p:childTnLst>
                                    <p:set>
                                      <p:cBhvr>
                                        <p:cTn id="72" dur="1" fill="hold">
                                          <p:stCondLst>
                                            <p:cond delay="0"/>
                                          </p:stCondLst>
                                        </p:cTn>
                                        <p:tgtEl>
                                          <p:spTgt spid="772"/>
                                        </p:tgtEl>
                                        <p:attrNameLst>
                                          <p:attrName>style.visibility</p:attrName>
                                        </p:attrNameLst>
                                      </p:cBhvr>
                                      <p:to>
                                        <p:strVal val="visible"/>
                                      </p:to>
                                    </p:set>
                                    <p:animEffect transition="in" filter="barn(inVertical)">
                                      <p:cBhvr>
                                        <p:cTn id="73" dur="500"/>
                                        <p:tgtEl>
                                          <p:spTgt spid="772"/>
                                        </p:tgtEl>
                                      </p:cBhvr>
                                    </p:animEffect>
                                  </p:childTnLst>
                                </p:cTn>
                              </p:par>
                              <p:par>
                                <p:cTn id="74" presetID="16" presetClass="entr" presetSubtype="21" fill="hold" nodeType="withEffect">
                                  <p:stCondLst>
                                    <p:cond delay="0"/>
                                  </p:stCondLst>
                                  <p:childTnLst>
                                    <p:set>
                                      <p:cBhvr>
                                        <p:cTn id="75" dur="1" fill="hold">
                                          <p:stCondLst>
                                            <p:cond delay="0"/>
                                          </p:stCondLst>
                                        </p:cTn>
                                        <p:tgtEl>
                                          <p:spTgt spid="6"/>
                                        </p:tgtEl>
                                        <p:attrNameLst>
                                          <p:attrName>style.visibility</p:attrName>
                                        </p:attrNameLst>
                                      </p:cBhvr>
                                      <p:to>
                                        <p:strVal val="visible"/>
                                      </p:to>
                                    </p:set>
                                    <p:animEffect transition="in" filter="barn(inVertical)">
                                      <p:cBhvr>
                                        <p:cTn id="76" dur="500"/>
                                        <p:tgtEl>
                                          <p:spTgt spid="6"/>
                                        </p:tgtEl>
                                      </p:cBhvr>
                                    </p:animEffect>
                                  </p:childTnLst>
                                </p:cTn>
                              </p:par>
                              <p:par>
                                <p:cTn id="77" presetID="16" presetClass="entr" presetSubtype="21" fill="hold" nodeType="withEffect">
                                  <p:stCondLst>
                                    <p:cond delay="0"/>
                                  </p:stCondLst>
                                  <p:childTnLst>
                                    <p:set>
                                      <p:cBhvr>
                                        <p:cTn id="78" dur="1" fill="hold">
                                          <p:stCondLst>
                                            <p:cond delay="0"/>
                                          </p:stCondLst>
                                        </p:cTn>
                                        <p:tgtEl>
                                          <p:spTgt spid="738"/>
                                        </p:tgtEl>
                                        <p:attrNameLst>
                                          <p:attrName>style.visibility</p:attrName>
                                        </p:attrNameLst>
                                      </p:cBhvr>
                                      <p:to>
                                        <p:strVal val="visible"/>
                                      </p:to>
                                    </p:set>
                                    <p:animEffect transition="in" filter="barn(inVertical)">
                                      <p:cBhvr>
                                        <p:cTn id="79" dur="500"/>
                                        <p:tgtEl>
                                          <p:spTgt spid="738"/>
                                        </p:tgtEl>
                                      </p:cBhvr>
                                    </p:animEffect>
                                  </p:childTnLst>
                                </p:cTn>
                              </p:par>
                              <p:par>
                                <p:cTn id="80" presetID="16" presetClass="entr" presetSubtype="21" fill="hold" nodeType="withEffect">
                                  <p:stCondLst>
                                    <p:cond delay="0"/>
                                  </p:stCondLst>
                                  <p:childTnLst>
                                    <p:set>
                                      <p:cBhvr>
                                        <p:cTn id="81" dur="1" fill="hold">
                                          <p:stCondLst>
                                            <p:cond delay="0"/>
                                          </p:stCondLst>
                                        </p:cTn>
                                        <p:tgtEl>
                                          <p:spTgt spid="3"/>
                                        </p:tgtEl>
                                        <p:attrNameLst>
                                          <p:attrName>style.visibility</p:attrName>
                                        </p:attrNameLst>
                                      </p:cBhvr>
                                      <p:to>
                                        <p:strVal val="visible"/>
                                      </p:to>
                                    </p:set>
                                    <p:animEffect transition="in" filter="barn(inVertical)">
                                      <p:cBhvr>
                                        <p:cTn id="82" dur="500"/>
                                        <p:tgtEl>
                                          <p:spTgt spid="3"/>
                                        </p:tgtEl>
                                      </p:cBhvr>
                                    </p:animEffect>
                                  </p:childTnLst>
                                </p:cTn>
                              </p:par>
                              <p:par>
                                <p:cTn id="83" presetID="16" presetClass="entr" presetSubtype="21" fill="hold" grpId="0" nodeType="withEffect">
                                  <p:stCondLst>
                                    <p:cond delay="0"/>
                                  </p:stCondLst>
                                  <p:childTnLst>
                                    <p:set>
                                      <p:cBhvr>
                                        <p:cTn id="84" dur="1" fill="hold">
                                          <p:stCondLst>
                                            <p:cond delay="0"/>
                                          </p:stCondLst>
                                        </p:cTn>
                                        <p:tgtEl>
                                          <p:spTgt spid="5"/>
                                        </p:tgtEl>
                                        <p:attrNameLst>
                                          <p:attrName>style.visibility</p:attrName>
                                        </p:attrNameLst>
                                      </p:cBhvr>
                                      <p:to>
                                        <p:strVal val="visible"/>
                                      </p:to>
                                    </p:set>
                                    <p:animEffect transition="in" filter="barn(inVertical)">
                                      <p:cBhvr>
                                        <p:cTn id="85" dur="500"/>
                                        <p:tgtEl>
                                          <p:spTgt spid="5"/>
                                        </p:tgtEl>
                                      </p:cBhvr>
                                    </p:animEffect>
                                  </p:childTnLst>
                                </p:cTn>
                              </p:par>
                              <p:par>
                                <p:cTn id="86" presetID="16" presetClass="entr" presetSubtype="21" fill="hold" nodeType="withEffect">
                                  <p:stCondLst>
                                    <p:cond delay="0"/>
                                  </p:stCondLst>
                                  <p:childTnLst>
                                    <p:set>
                                      <p:cBhvr>
                                        <p:cTn id="87" dur="1" fill="hold">
                                          <p:stCondLst>
                                            <p:cond delay="0"/>
                                          </p:stCondLst>
                                        </p:cTn>
                                        <p:tgtEl>
                                          <p:spTgt spid="8"/>
                                        </p:tgtEl>
                                        <p:attrNameLst>
                                          <p:attrName>style.visibility</p:attrName>
                                        </p:attrNameLst>
                                      </p:cBhvr>
                                      <p:to>
                                        <p:strVal val="visible"/>
                                      </p:to>
                                    </p:set>
                                    <p:animEffect transition="in" filter="barn(inVertical)">
                                      <p:cBhvr>
                                        <p:cTn id="88"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39" grpId="0"/>
      <p:bldP spid="751" grpId="0"/>
      <p:bldP spid="752" grpId="0"/>
      <p:bldP spid="753" grpId="0"/>
      <p:bldP spid="754" grpId="0"/>
      <p:bldP spid="762" grpId="0"/>
      <p:bldP spid="768" grpId="0"/>
      <p:bldP spid="769" grpId="0"/>
      <p:bldP spid="5" grpId="0"/>
    </p:bldLst>
  </p:timing>
</p:sld>
</file>

<file path=ppt/theme/theme1.xml><?xml version="1.0" encoding="utf-8"?>
<a:theme xmlns:a="http://schemas.openxmlformats.org/drawingml/2006/main" name="Minimalist Marketing Annual Report Presentation">
  <a:themeElements>
    <a:clrScheme name="Office">
      <a:dk1>
        <a:srgbClr val="596548"/>
      </a:dk1>
      <a:lt1>
        <a:srgbClr val="F8F3E2"/>
      </a:lt1>
      <a:dk2>
        <a:srgbClr val="333333"/>
      </a:dk2>
      <a:lt2>
        <a:srgbClr val="333333"/>
      </a:lt2>
      <a:accent1>
        <a:srgbClr val="BFCDAC"/>
      </a:accent1>
      <a:accent2>
        <a:srgbClr val="F6F4F1"/>
      </a:accent2>
      <a:accent3>
        <a:srgbClr val="596548"/>
      </a:accent3>
      <a:accent4>
        <a:srgbClr val="333333"/>
      </a:accent4>
      <a:accent5>
        <a:srgbClr val="F8F3E2"/>
      </a:accent5>
      <a:accent6>
        <a:srgbClr val="596548"/>
      </a:accent6>
      <a:hlink>
        <a:srgbClr val="BFCDAC"/>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89</TotalTime>
  <Words>511</Words>
  <Application>Microsoft Office PowerPoint</Application>
  <PresentationFormat>Custom</PresentationFormat>
  <Paragraphs>74</Paragraphs>
  <Slides>10</Slides>
  <Notes>7</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Calibri</vt:lpstr>
      <vt:lpstr>Six Caps</vt:lpstr>
      <vt:lpstr>Playfair Display</vt:lpstr>
      <vt:lpstr>Arial</vt:lpstr>
      <vt:lpstr>Minimalist Marketing Annual Report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lucky chaurasiya</dc:creator>
  <cp:lastModifiedBy>lucky chaurasiya</cp:lastModifiedBy>
  <cp:revision>7</cp:revision>
  <dcterms:modified xsi:type="dcterms:W3CDTF">2026-04-29T15:09:39Z</dcterms:modified>
</cp:coreProperties>
</file>